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6" r:id="rId2"/>
    <p:sldId id="260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3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C883B7B-0F5E-472D-8BB7-27BADF10BF95}" v="60" dt="2025-05-22T07:55:18.62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47" d="100"/>
          <a:sy n="147" d="100"/>
        </p:scale>
        <p:origin x="74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notesMaster" Target="notesMasters/notesMaster1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장 균은" userId="454ed611-ca30-4098-8f59-2033736d6f3a" providerId="ADAL" clId="{4C883B7B-0F5E-472D-8BB7-27BADF10BF95}"/>
    <pc:docChg chg="undo redo custSel addSld delSld modSld sldOrd">
      <pc:chgData name="장 균은" userId="454ed611-ca30-4098-8f59-2033736d6f3a" providerId="ADAL" clId="{4C883B7B-0F5E-472D-8BB7-27BADF10BF95}" dt="2025-05-22T08:02:40.895" v="2878" actId="1076"/>
      <pc:docMkLst>
        <pc:docMk/>
      </pc:docMkLst>
      <pc:sldChg chg="addSp delSp modSp mod ord">
        <pc:chgData name="장 균은" userId="454ed611-ca30-4098-8f59-2033736d6f3a" providerId="ADAL" clId="{4C883B7B-0F5E-472D-8BB7-27BADF10BF95}" dt="2025-05-22T08:02:40.895" v="2878" actId="1076"/>
        <pc:sldMkLst>
          <pc:docMk/>
          <pc:sldMk cId="3042833957" sldId="256"/>
        </pc:sldMkLst>
        <pc:spChg chg="add mod">
          <ac:chgData name="장 균은" userId="454ed611-ca30-4098-8f59-2033736d6f3a" providerId="ADAL" clId="{4C883B7B-0F5E-472D-8BB7-27BADF10BF95}" dt="2025-05-22T08:02:40.895" v="2878" actId="1076"/>
          <ac:spMkLst>
            <pc:docMk/>
            <pc:sldMk cId="3042833957" sldId="256"/>
            <ac:spMk id="2" creationId="{FEB70D69-E444-12E1-88D8-D6EE5078951D}"/>
          </ac:spMkLst>
        </pc:spChg>
        <pc:spChg chg="add mod">
          <ac:chgData name="장 균은" userId="454ed611-ca30-4098-8f59-2033736d6f3a" providerId="ADAL" clId="{4C883B7B-0F5E-472D-8BB7-27BADF10BF95}" dt="2025-05-09T04:29:13.771" v="68" actId="164"/>
          <ac:spMkLst>
            <pc:docMk/>
            <pc:sldMk cId="3042833957" sldId="256"/>
            <ac:spMk id="4" creationId="{74337D49-0330-D4D3-1801-8CD9DFC39431}"/>
          </ac:spMkLst>
        </pc:spChg>
        <pc:spChg chg="add mod">
          <ac:chgData name="장 균은" userId="454ed611-ca30-4098-8f59-2033736d6f3a" providerId="ADAL" clId="{4C883B7B-0F5E-472D-8BB7-27BADF10BF95}" dt="2025-05-22T08:02:40.895" v="2878" actId="1076"/>
          <ac:spMkLst>
            <pc:docMk/>
            <pc:sldMk cId="3042833957" sldId="256"/>
            <ac:spMk id="6" creationId="{53E1DC56-3536-DFFE-61D9-C10F98C557C5}"/>
          </ac:spMkLst>
        </pc:spChg>
        <pc:spChg chg="add mod">
          <ac:chgData name="장 균은" userId="454ed611-ca30-4098-8f59-2033736d6f3a" providerId="ADAL" clId="{4C883B7B-0F5E-472D-8BB7-27BADF10BF95}" dt="2025-05-22T08:02:40.895" v="2878" actId="1076"/>
          <ac:spMkLst>
            <pc:docMk/>
            <pc:sldMk cId="3042833957" sldId="256"/>
            <ac:spMk id="7" creationId="{E599C077-55BB-8E2A-8916-B4AE8A4BAD15}"/>
          </ac:spMkLst>
        </pc:spChg>
        <pc:spChg chg="add mod">
          <ac:chgData name="장 균은" userId="454ed611-ca30-4098-8f59-2033736d6f3a" providerId="ADAL" clId="{4C883B7B-0F5E-472D-8BB7-27BADF10BF95}" dt="2025-05-22T08:02:40.895" v="2878" actId="1076"/>
          <ac:spMkLst>
            <pc:docMk/>
            <pc:sldMk cId="3042833957" sldId="256"/>
            <ac:spMk id="9" creationId="{1520B9B4-722E-D90D-9FDD-835FDE8DADD6}"/>
          </ac:spMkLst>
        </pc:spChg>
        <pc:spChg chg="add mod">
          <ac:chgData name="장 균은" userId="454ed611-ca30-4098-8f59-2033736d6f3a" providerId="ADAL" clId="{4C883B7B-0F5E-472D-8BB7-27BADF10BF95}" dt="2025-05-09T04:29:13.771" v="68" actId="164"/>
          <ac:spMkLst>
            <pc:docMk/>
            <pc:sldMk cId="3042833957" sldId="256"/>
            <ac:spMk id="14" creationId="{061DFE4C-5DDC-9F28-F19B-A783BC5C7F15}"/>
          </ac:spMkLst>
        </pc:spChg>
        <pc:spChg chg="add mod">
          <ac:chgData name="장 균은" userId="454ed611-ca30-4098-8f59-2033736d6f3a" providerId="ADAL" clId="{4C883B7B-0F5E-472D-8BB7-27BADF10BF95}" dt="2025-05-09T04:29:13.771" v="68" actId="164"/>
          <ac:spMkLst>
            <pc:docMk/>
            <pc:sldMk cId="3042833957" sldId="256"/>
            <ac:spMk id="16" creationId="{95DFCE83-5002-5B6E-060F-3EEA1654FB8B}"/>
          </ac:spMkLst>
        </pc:spChg>
        <pc:grpChg chg="add mod">
          <ac:chgData name="장 균은" userId="454ed611-ca30-4098-8f59-2033736d6f3a" providerId="ADAL" clId="{4C883B7B-0F5E-472D-8BB7-27BADF10BF95}" dt="2025-05-22T08:02:40.895" v="2878" actId="1076"/>
          <ac:grpSpMkLst>
            <pc:docMk/>
            <pc:sldMk cId="3042833957" sldId="256"/>
            <ac:grpSpMk id="5" creationId="{A4F4CAB9-57AF-A927-1B2E-F9F14967BE32}"/>
          </ac:grpSpMkLst>
        </pc:grpChg>
        <pc:picChg chg="add mod">
          <ac:chgData name="장 균은" userId="454ed611-ca30-4098-8f59-2033736d6f3a" providerId="ADAL" clId="{4C883B7B-0F5E-472D-8BB7-27BADF10BF95}" dt="2025-05-09T04:29:13.771" v="68" actId="164"/>
          <ac:picMkLst>
            <pc:docMk/>
            <pc:sldMk cId="3042833957" sldId="256"/>
            <ac:picMk id="3" creationId="{8DAAF5D8-8FC7-0735-2EBA-0FA66A1AA0B5}"/>
          </ac:picMkLst>
        </pc:picChg>
        <pc:picChg chg="add mod">
          <ac:chgData name="장 균은" userId="454ed611-ca30-4098-8f59-2033736d6f3a" providerId="ADAL" clId="{4C883B7B-0F5E-472D-8BB7-27BADF10BF95}" dt="2025-05-09T04:29:13.771" v="68" actId="164"/>
          <ac:picMkLst>
            <pc:docMk/>
            <pc:sldMk cId="3042833957" sldId="256"/>
            <ac:picMk id="8" creationId="{A93B3239-70EE-4E46-67CD-FDA4CFCCB76B}"/>
          </ac:picMkLst>
        </pc:picChg>
        <pc:picChg chg="add mod">
          <ac:chgData name="장 균은" userId="454ed611-ca30-4098-8f59-2033736d6f3a" providerId="ADAL" clId="{4C883B7B-0F5E-472D-8BB7-27BADF10BF95}" dt="2025-05-09T04:29:13.771" v="68" actId="164"/>
          <ac:picMkLst>
            <pc:docMk/>
            <pc:sldMk cId="3042833957" sldId="256"/>
            <ac:picMk id="13" creationId="{59212363-3533-834D-811E-1B5BE5F25AE2}"/>
          </ac:picMkLst>
        </pc:picChg>
      </pc:sldChg>
      <pc:sldChg chg="del">
        <pc:chgData name="장 균은" userId="454ed611-ca30-4098-8f59-2033736d6f3a" providerId="ADAL" clId="{4C883B7B-0F5E-472D-8BB7-27BADF10BF95}" dt="2025-05-22T07:56:40.853" v="2364" actId="47"/>
        <pc:sldMkLst>
          <pc:docMk/>
          <pc:sldMk cId="2704283762" sldId="257"/>
        </pc:sldMkLst>
      </pc:sldChg>
      <pc:sldChg chg="addSp delSp modSp del mod ord">
        <pc:chgData name="장 균은" userId="454ed611-ca30-4098-8f59-2033736d6f3a" providerId="ADAL" clId="{4C883B7B-0F5E-472D-8BB7-27BADF10BF95}" dt="2025-05-22T07:56:39.732" v="2363" actId="47"/>
        <pc:sldMkLst>
          <pc:docMk/>
          <pc:sldMk cId="3808158970" sldId="258"/>
        </pc:sldMkLst>
      </pc:sldChg>
      <pc:sldChg chg="addSp delSp modSp del mod">
        <pc:chgData name="장 균은" userId="454ed611-ca30-4098-8f59-2033736d6f3a" providerId="ADAL" clId="{4C883B7B-0F5E-472D-8BB7-27BADF10BF95}" dt="2025-05-22T07:56:38.592" v="2362" actId="47"/>
        <pc:sldMkLst>
          <pc:docMk/>
          <pc:sldMk cId="2347660187" sldId="259"/>
        </pc:sldMkLst>
      </pc:sldChg>
      <pc:sldChg chg="addSp delSp modSp new mod">
        <pc:chgData name="장 균은" userId="454ed611-ca30-4098-8f59-2033736d6f3a" providerId="ADAL" clId="{4C883B7B-0F5E-472D-8BB7-27BADF10BF95}" dt="2025-05-22T08:01:23.978" v="2876" actId="1037"/>
        <pc:sldMkLst>
          <pc:docMk/>
          <pc:sldMk cId="4282738230" sldId="260"/>
        </pc:sldMkLst>
        <pc:spChg chg="add mod topLvl">
          <ac:chgData name="장 균은" userId="454ed611-ca30-4098-8f59-2033736d6f3a" providerId="ADAL" clId="{4C883B7B-0F5E-472D-8BB7-27BADF10BF95}" dt="2025-05-09T10:04:22.749" v="1308" actId="255"/>
          <ac:spMkLst>
            <pc:docMk/>
            <pc:sldMk cId="4282738230" sldId="260"/>
            <ac:spMk id="4" creationId="{88EEFA33-6807-8B40-8128-81FC006327A3}"/>
          </ac:spMkLst>
        </pc:spChg>
        <pc:spChg chg="add mod topLvl">
          <ac:chgData name="장 균은" userId="454ed611-ca30-4098-8f59-2033736d6f3a" providerId="ADAL" clId="{4C883B7B-0F5E-472D-8BB7-27BADF10BF95}" dt="2025-05-22T06:34:58.377" v="1333" actId="207"/>
          <ac:spMkLst>
            <pc:docMk/>
            <pc:sldMk cId="4282738230" sldId="260"/>
            <ac:spMk id="5" creationId="{B0E36EA3-5241-B207-4E60-54E8F7F4A8E4}"/>
          </ac:spMkLst>
        </pc:spChg>
        <pc:spChg chg="add mod">
          <ac:chgData name="장 균은" userId="454ed611-ca30-4098-8f59-2033736d6f3a" providerId="ADAL" clId="{4C883B7B-0F5E-472D-8BB7-27BADF10BF95}" dt="2025-05-09T10:05:05.118" v="1330" actId="1076"/>
          <ac:spMkLst>
            <pc:docMk/>
            <pc:sldMk cId="4282738230" sldId="260"/>
            <ac:spMk id="6" creationId="{93D0C3DB-ACC7-E493-610E-9A1D67F7F57C}"/>
          </ac:spMkLst>
        </pc:spChg>
        <pc:spChg chg="add mod topLvl">
          <ac:chgData name="장 균은" userId="454ed611-ca30-4098-8f59-2033736d6f3a" providerId="ADAL" clId="{4C883B7B-0F5E-472D-8BB7-27BADF10BF95}" dt="2025-05-09T10:04:22.749" v="1308" actId="255"/>
          <ac:spMkLst>
            <pc:docMk/>
            <pc:sldMk cId="4282738230" sldId="260"/>
            <ac:spMk id="7" creationId="{FE045D9D-3FAB-AB95-C892-26C588E77532}"/>
          </ac:spMkLst>
        </pc:spChg>
        <pc:spChg chg="add mod topLvl">
          <ac:chgData name="장 균은" userId="454ed611-ca30-4098-8f59-2033736d6f3a" providerId="ADAL" clId="{4C883B7B-0F5E-472D-8BB7-27BADF10BF95}" dt="2025-05-09T10:04:22.749" v="1308" actId="255"/>
          <ac:spMkLst>
            <pc:docMk/>
            <pc:sldMk cId="4282738230" sldId="260"/>
            <ac:spMk id="8" creationId="{BEDFA481-9FEA-CD23-514B-474B9F9E31DB}"/>
          </ac:spMkLst>
        </pc:spChg>
        <pc:spChg chg="add mod topLvl">
          <ac:chgData name="장 균은" userId="454ed611-ca30-4098-8f59-2033736d6f3a" providerId="ADAL" clId="{4C883B7B-0F5E-472D-8BB7-27BADF10BF95}" dt="2025-05-22T07:59:41.823" v="2853" actId="1076"/>
          <ac:spMkLst>
            <pc:docMk/>
            <pc:sldMk cId="4282738230" sldId="260"/>
            <ac:spMk id="9" creationId="{212F9273-7667-0B78-0F01-AA756A093912}"/>
          </ac:spMkLst>
        </pc:spChg>
        <pc:spChg chg="add mod topLvl">
          <ac:chgData name="장 균은" userId="454ed611-ca30-4098-8f59-2033736d6f3a" providerId="ADAL" clId="{4C883B7B-0F5E-472D-8BB7-27BADF10BF95}" dt="2025-05-22T07:59:41.823" v="2853" actId="1076"/>
          <ac:spMkLst>
            <pc:docMk/>
            <pc:sldMk cId="4282738230" sldId="260"/>
            <ac:spMk id="10" creationId="{8C5F497D-E3DE-CFA5-DA73-BA9D4994BEDB}"/>
          </ac:spMkLst>
        </pc:spChg>
        <pc:spChg chg="add mod topLvl">
          <ac:chgData name="장 균은" userId="454ed611-ca30-4098-8f59-2033736d6f3a" providerId="ADAL" clId="{4C883B7B-0F5E-472D-8BB7-27BADF10BF95}" dt="2025-05-22T06:34:58.377" v="1333" actId="207"/>
          <ac:spMkLst>
            <pc:docMk/>
            <pc:sldMk cId="4282738230" sldId="260"/>
            <ac:spMk id="11" creationId="{EA7A52A1-E7A0-708C-9F17-B6CC368AE103}"/>
          </ac:spMkLst>
        </pc:spChg>
        <pc:spChg chg="add mod topLvl">
          <ac:chgData name="장 균은" userId="454ed611-ca30-4098-8f59-2033736d6f3a" providerId="ADAL" clId="{4C883B7B-0F5E-472D-8BB7-27BADF10BF95}" dt="2025-05-22T06:34:58.377" v="1333" actId="207"/>
          <ac:spMkLst>
            <pc:docMk/>
            <pc:sldMk cId="4282738230" sldId="260"/>
            <ac:spMk id="12" creationId="{6826ECD1-4297-F163-4285-E89ED630AA54}"/>
          </ac:spMkLst>
        </pc:spChg>
        <pc:spChg chg="add mod topLvl">
          <ac:chgData name="장 균은" userId="454ed611-ca30-4098-8f59-2033736d6f3a" providerId="ADAL" clId="{4C883B7B-0F5E-472D-8BB7-27BADF10BF95}" dt="2025-05-09T10:04:22.749" v="1308" actId="255"/>
          <ac:spMkLst>
            <pc:docMk/>
            <pc:sldMk cId="4282738230" sldId="260"/>
            <ac:spMk id="13" creationId="{9C0363C6-1BD6-6A43-E074-676A9CC9CBDC}"/>
          </ac:spMkLst>
        </pc:spChg>
        <pc:spChg chg="add mod topLvl">
          <ac:chgData name="장 균은" userId="454ed611-ca30-4098-8f59-2033736d6f3a" providerId="ADAL" clId="{4C883B7B-0F5E-472D-8BB7-27BADF10BF95}" dt="2025-05-09T10:04:22.749" v="1308" actId="255"/>
          <ac:spMkLst>
            <pc:docMk/>
            <pc:sldMk cId="4282738230" sldId="260"/>
            <ac:spMk id="14" creationId="{92988E63-6ECA-6FF8-5791-9E84774C28D5}"/>
          </ac:spMkLst>
        </pc:spChg>
        <pc:spChg chg="add mod topLvl">
          <ac:chgData name="장 균은" userId="454ed611-ca30-4098-8f59-2033736d6f3a" providerId="ADAL" clId="{4C883B7B-0F5E-472D-8BB7-27BADF10BF95}" dt="2025-05-22T07:59:41.823" v="2853" actId="1076"/>
          <ac:spMkLst>
            <pc:docMk/>
            <pc:sldMk cId="4282738230" sldId="260"/>
            <ac:spMk id="15" creationId="{C69EEDD0-B7DB-0A30-0095-D023B906BC31}"/>
          </ac:spMkLst>
        </pc:spChg>
        <pc:spChg chg="add mod">
          <ac:chgData name="장 균은" userId="454ed611-ca30-4098-8f59-2033736d6f3a" providerId="ADAL" clId="{4C883B7B-0F5E-472D-8BB7-27BADF10BF95}" dt="2025-05-22T07:59:41.823" v="2853" actId="1076"/>
          <ac:spMkLst>
            <pc:docMk/>
            <pc:sldMk cId="4282738230" sldId="260"/>
            <ac:spMk id="16" creationId="{C559F82F-1175-40A7-FA50-B94BCBF4ACFD}"/>
          </ac:spMkLst>
        </pc:spChg>
        <pc:spChg chg="add mod">
          <ac:chgData name="장 균은" userId="454ed611-ca30-4098-8f59-2033736d6f3a" providerId="ADAL" clId="{4C883B7B-0F5E-472D-8BB7-27BADF10BF95}" dt="2025-05-09T04:48:25.341" v="195" actId="20577"/>
          <ac:spMkLst>
            <pc:docMk/>
            <pc:sldMk cId="4282738230" sldId="260"/>
            <ac:spMk id="17" creationId="{F028AC9C-251D-0195-0B6E-3819AD8B376E}"/>
          </ac:spMkLst>
        </pc:spChg>
        <pc:spChg chg="add mod topLvl">
          <ac:chgData name="장 균은" userId="454ed611-ca30-4098-8f59-2033736d6f3a" providerId="ADAL" clId="{4C883B7B-0F5E-472D-8BB7-27BADF10BF95}" dt="2025-05-22T06:34:58.377" v="1333" actId="207"/>
          <ac:spMkLst>
            <pc:docMk/>
            <pc:sldMk cId="4282738230" sldId="260"/>
            <ac:spMk id="18" creationId="{9E3852D2-F963-C233-8CE5-C724B27C3F39}"/>
          </ac:spMkLst>
        </pc:spChg>
        <pc:spChg chg="add mod topLvl">
          <ac:chgData name="장 균은" userId="454ed611-ca30-4098-8f59-2033736d6f3a" providerId="ADAL" clId="{4C883B7B-0F5E-472D-8BB7-27BADF10BF95}" dt="2025-05-22T06:34:58.377" v="1333" actId="207"/>
          <ac:spMkLst>
            <pc:docMk/>
            <pc:sldMk cId="4282738230" sldId="260"/>
            <ac:spMk id="19" creationId="{77B5A5D1-6848-8727-3AA9-DADF4B8909D6}"/>
          </ac:spMkLst>
        </pc:spChg>
        <pc:spChg chg="add mod">
          <ac:chgData name="장 균은" userId="454ed611-ca30-4098-8f59-2033736d6f3a" providerId="ADAL" clId="{4C883B7B-0F5E-472D-8BB7-27BADF10BF95}" dt="2025-05-09T04:48:40.404" v="205" actId="20577"/>
          <ac:spMkLst>
            <pc:docMk/>
            <pc:sldMk cId="4282738230" sldId="260"/>
            <ac:spMk id="20" creationId="{31ED5A27-1A97-6C74-5DF3-A25F4F50D96D}"/>
          </ac:spMkLst>
        </pc:spChg>
        <pc:spChg chg="add mod">
          <ac:chgData name="장 균은" userId="454ed611-ca30-4098-8f59-2033736d6f3a" providerId="ADAL" clId="{4C883B7B-0F5E-472D-8BB7-27BADF10BF95}" dt="2025-05-22T07:58:12.850" v="2622" actId="1038"/>
          <ac:spMkLst>
            <pc:docMk/>
            <pc:sldMk cId="4282738230" sldId="260"/>
            <ac:spMk id="29" creationId="{B18F8969-E07D-6BB8-4D8C-207BE7295497}"/>
          </ac:spMkLst>
        </pc:spChg>
        <pc:spChg chg="add mod">
          <ac:chgData name="장 균은" userId="454ed611-ca30-4098-8f59-2033736d6f3a" providerId="ADAL" clId="{4C883B7B-0F5E-472D-8BB7-27BADF10BF95}" dt="2025-05-09T05:00:14.078" v="377" actId="255"/>
          <ac:spMkLst>
            <pc:docMk/>
            <pc:sldMk cId="4282738230" sldId="260"/>
            <ac:spMk id="33" creationId="{1C97CEE4-BE59-0062-0A37-2208CB24ED03}"/>
          </ac:spMkLst>
        </pc:spChg>
        <pc:spChg chg="add del mod">
          <ac:chgData name="장 균은" userId="454ed611-ca30-4098-8f59-2033736d6f3a" providerId="ADAL" clId="{4C883B7B-0F5E-472D-8BB7-27BADF10BF95}" dt="2025-05-22T07:59:29.207" v="2852" actId="478"/>
          <ac:spMkLst>
            <pc:docMk/>
            <pc:sldMk cId="4282738230" sldId="260"/>
            <ac:spMk id="43" creationId="{2EFED681-65B9-B7C7-24F1-231DBE829EC4}"/>
          </ac:spMkLst>
        </pc:spChg>
        <pc:spChg chg="add mod">
          <ac:chgData name="장 균은" userId="454ed611-ca30-4098-8f59-2033736d6f3a" providerId="ADAL" clId="{4C883B7B-0F5E-472D-8BB7-27BADF10BF95}" dt="2025-05-22T07:55:42.809" v="2361" actId="552"/>
          <ac:spMkLst>
            <pc:docMk/>
            <pc:sldMk cId="4282738230" sldId="260"/>
            <ac:spMk id="44" creationId="{67673555-E10B-8E58-B478-BA778CA33F33}"/>
          </ac:spMkLst>
        </pc:spChg>
        <pc:spChg chg="add mod">
          <ac:chgData name="장 균은" userId="454ed611-ca30-4098-8f59-2033736d6f3a" providerId="ADAL" clId="{4C883B7B-0F5E-472D-8BB7-27BADF10BF95}" dt="2025-05-22T07:59:41.823" v="2853" actId="1076"/>
          <ac:spMkLst>
            <pc:docMk/>
            <pc:sldMk cId="4282738230" sldId="260"/>
            <ac:spMk id="46" creationId="{FA1FEDCC-C186-7D7B-427B-D159D9A04D32}"/>
          </ac:spMkLst>
        </pc:spChg>
        <pc:spChg chg="add mod">
          <ac:chgData name="장 균은" userId="454ed611-ca30-4098-8f59-2033736d6f3a" providerId="ADAL" clId="{4C883B7B-0F5E-472D-8BB7-27BADF10BF95}" dt="2025-05-22T07:59:23.191" v="2851" actId="14100"/>
          <ac:spMkLst>
            <pc:docMk/>
            <pc:sldMk cId="4282738230" sldId="260"/>
            <ac:spMk id="50" creationId="{4AEE91CB-1962-EC29-0829-A8CF2A2BF777}"/>
          </ac:spMkLst>
        </pc:spChg>
        <pc:spChg chg="add mod">
          <ac:chgData name="장 균은" userId="454ed611-ca30-4098-8f59-2033736d6f3a" providerId="ADAL" clId="{4C883B7B-0F5E-472D-8BB7-27BADF10BF95}" dt="2025-05-09T10:21:04.321" v="1331" actId="1076"/>
          <ac:spMkLst>
            <pc:docMk/>
            <pc:sldMk cId="4282738230" sldId="260"/>
            <ac:spMk id="51" creationId="{67171706-FDC0-4CF8-A3A1-89522CDD7067}"/>
          </ac:spMkLst>
        </pc:spChg>
        <pc:spChg chg="add mod">
          <ac:chgData name="장 균은" userId="454ed611-ca30-4098-8f59-2033736d6f3a" providerId="ADAL" clId="{4C883B7B-0F5E-472D-8BB7-27BADF10BF95}" dt="2025-05-09T10:21:04.321" v="1331" actId="1076"/>
          <ac:spMkLst>
            <pc:docMk/>
            <pc:sldMk cId="4282738230" sldId="260"/>
            <ac:spMk id="52" creationId="{0D0CCA9F-C9EC-EC37-FD4B-E4791B505916}"/>
          </ac:spMkLst>
        </pc:spChg>
        <pc:spChg chg="add mod">
          <ac:chgData name="장 균은" userId="454ed611-ca30-4098-8f59-2033736d6f3a" providerId="ADAL" clId="{4C883B7B-0F5E-472D-8BB7-27BADF10BF95}" dt="2025-05-09T10:21:04.321" v="1331" actId="1076"/>
          <ac:spMkLst>
            <pc:docMk/>
            <pc:sldMk cId="4282738230" sldId="260"/>
            <ac:spMk id="53" creationId="{C362C41C-8890-0D7E-671B-32D2CBF5476B}"/>
          </ac:spMkLst>
        </pc:spChg>
        <pc:spChg chg="add mod">
          <ac:chgData name="장 균은" userId="454ed611-ca30-4098-8f59-2033736d6f3a" providerId="ADAL" clId="{4C883B7B-0F5E-472D-8BB7-27BADF10BF95}" dt="2025-05-09T10:21:04.321" v="1331" actId="1076"/>
          <ac:spMkLst>
            <pc:docMk/>
            <pc:sldMk cId="4282738230" sldId="260"/>
            <ac:spMk id="54" creationId="{A379DE85-F06D-6205-BBAF-81176C7B639F}"/>
          </ac:spMkLst>
        </pc:spChg>
        <pc:spChg chg="add mod">
          <ac:chgData name="장 균은" userId="454ed611-ca30-4098-8f59-2033736d6f3a" providerId="ADAL" clId="{4C883B7B-0F5E-472D-8BB7-27BADF10BF95}" dt="2025-05-22T07:59:41.823" v="2853" actId="1076"/>
          <ac:spMkLst>
            <pc:docMk/>
            <pc:sldMk cId="4282738230" sldId="260"/>
            <ac:spMk id="55" creationId="{53540A7B-8AAB-1D0A-99FB-BDFA6920791D}"/>
          </ac:spMkLst>
        </pc:spChg>
        <pc:spChg chg="add mod">
          <ac:chgData name="장 균은" userId="454ed611-ca30-4098-8f59-2033736d6f3a" providerId="ADAL" clId="{4C883B7B-0F5E-472D-8BB7-27BADF10BF95}" dt="2025-05-09T10:21:04.321" v="1331" actId="1076"/>
          <ac:spMkLst>
            <pc:docMk/>
            <pc:sldMk cId="4282738230" sldId="260"/>
            <ac:spMk id="56" creationId="{E5648C5E-04DD-542F-A27A-CA6424E62719}"/>
          </ac:spMkLst>
        </pc:spChg>
        <pc:spChg chg="add mod">
          <ac:chgData name="장 균은" userId="454ed611-ca30-4098-8f59-2033736d6f3a" providerId="ADAL" clId="{4C883B7B-0F5E-472D-8BB7-27BADF10BF95}" dt="2025-05-09T10:02:38.027" v="1300" actId="207"/>
          <ac:spMkLst>
            <pc:docMk/>
            <pc:sldMk cId="4282738230" sldId="260"/>
            <ac:spMk id="57" creationId="{8E52BA23-A799-DE13-740B-232FABB8A519}"/>
          </ac:spMkLst>
        </pc:spChg>
        <pc:spChg chg="add mod">
          <ac:chgData name="장 균은" userId="454ed611-ca30-4098-8f59-2033736d6f3a" providerId="ADAL" clId="{4C883B7B-0F5E-472D-8BB7-27BADF10BF95}" dt="2025-05-09T10:21:04.321" v="1331" actId="1076"/>
          <ac:spMkLst>
            <pc:docMk/>
            <pc:sldMk cId="4282738230" sldId="260"/>
            <ac:spMk id="58" creationId="{B7E5FFD6-A541-51E1-A586-21BCB83FE677}"/>
          </ac:spMkLst>
        </pc:spChg>
        <pc:spChg chg="add mod">
          <ac:chgData name="장 균은" userId="454ed611-ca30-4098-8f59-2033736d6f3a" providerId="ADAL" clId="{4C883B7B-0F5E-472D-8BB7-27BADF10BF95}" dt="2025-05-09T10:21:04.321" v="1331" actId="1076"/>
          <ac:spMkLst>
            <pc:docMk/>
            <pc:sldMk cId="4282738230" sldId="260"/>
            <ac:spMk id="59" creationId="{E8432F5A-A0AE-58BC-4EDB-3D9CC0B6C3CB}"/>
          </ac:spMkLst>
        </pc:spChg>
        <pc:spChg chg="add mod">
          <ac:chgData name="장 균은" userId="454ed611-ca30-4098-8f59-2033736d6f3a" providerId="ADAL" clId="{4C883B7B-0F5E-472D-8BB7-27BADF10BF95}" dt="2025-05-22T07:59:41.823" v="2853" actId="1076"/>
          <ac:spMkLst>
            <pc:docMk/>
            <pc:sldMk cId="4282738230" sldId="260"/>
            <ac:spMk id="60" creationId="{DC967EA4-3BDF-2C84-CFEE-29254084E9ED}"/>
          </ac:spMkLst>
        </pc:spChg>
        <pc:spChg chg="add mod">
          <ac:chgData name="장 균은" userId="454ed611-ca30-4098-8f59-2033736d6f3a" providerId="ADAL" clId="{4C883B7B-0F5E-472D-8BB7-27BADF10BF95}" dt="2025-05-22T07:58:01.159" v="2563" actId="1036"/>
          <ac:spMkLst>
            <pc:docMk/>
            <pc:sldMk cId="4282738230" sldId="260"/>
            <ac:spMk id="61" creationId="{A5948F14-A38F-961F-4B45-1DE4CFA9F0CB}"/>
          </ac:spMkLst>
        </pc:spChg>
        <pc:spChg chg="mod topLvl">
          <ac:chgData name="장 균은" userId="454ed611-ca30-4098-8f59-2033736d6f3a" providerId="ADAL" clId="{4C883B7B-0F5E-472D-8BB7-27BADF10BF95}" dt="2025-05-22T07:59:41.823" v="2853" actId="1076"/>
          <ac:spMkLst>
            <pc:docMk/>
            <pc:sldMk cId="4282738230" sldId="260"/>
            <ac:spMk id="72" creationId="{E732F94B-E72F-0CAD-F604-575AC16B9508}"/>
          </ac:spMkLst>
        </pc:spChg>
        <pc:spChg chg="mod">
          <ac:chgData name="장 균은" userId="454ed611-ca30-4098-8f59-2033736d6f3a" providerId="ADAL" clId="{4C883B7B-0F5E-472D-8BB7-27BADF10BF95}" dt="2025-05-09T10:04:30.802" v="1310"/>
          <ac:spMkLst>
            <pc:docMk/>
            <pc:sldMk cId="4282738230" sldId="260"/>
            <ac:spMk id="73" creationId="{4AF68FED-55C4-4D7F-5432-992E9FDA1016}"/>
          </ac:spMkLst>
        </pc:spChg>
        <pc:spChg chg="mod">
          <ac:chgData name="장 균은" userId="454ed611-ca30-4098-8f59-2033736d6f3a" providerId="ADAL" clId="{4C883B7B-0F5E-472D-8BB7-27BADF10BF95}" dt="2025-05-09T10:04:30.802" v="1310"/>
          <ac:spMkLst>
            <pc:docMk/>
            <pc:sldMk cId="4282738230" sldId="260"/>
            <ac:spMk id="74" creationId="{C4A3410C-3E02-AC02-A587-48DB217B22AB}"/>
          </ac:spMkLst>
        </pc:spChg>
        <pc:spChg chg="mod">
          <ac:chgData name="장 균은" userId="454ed611-ca30-4098-8f59-2033736d6f3a" providerId="ADAL" clId="{4C883B7B-0F5E-472D-8BB7-27BADF10BF95}" dt="2025-05-09T10:04:30.802" v="1310"/>
          <ac:spMkLst>
            <pc:docMk/>
            <pc:sldMk cId="4282738230" sldId="260"/>
            <ac:spMk id="75" creationId="{39ED8AFF-812D-FF09-4DE1-BD6DB5B4A5F4}"/>
          </ac:spMkLst>
        </pc:spChg>
        <pc:spChg chg="mod">
          <ac:chgData name="장 균은" userId="454ed611-ca30-4098-8f59-2033736d6f3a" providerId="ADAL" clId="{4C883B7B-0F5E-472D-8BB7-27BADF10BF95}" dt="2025-05-09T10:04:30.802" v="1310"/>
          <ac:spMkLst>
            <pc:docMk/>
            <pc:sldMk cId="4282738230" sldId="260"/>
            <ac:spMk id="76" creationId="{3565EB79-4A2B-145E-2CC6-4AED4733BF60}"/>
          </ac:spMkLst>
        </pc:spChg>
        <pc:spChg chg="mod">
          <ac:chgData name="장 균은" userId="454ed611-ca30-4098-8f59-2033736d6f3a" providerId="ADAL" clId="{4C883B7B-0F5E-472D-8BB7-27BADF10BF95}" dt="2025-05-09T10:04:30.802" v="1310"/>
          <ac:spMkLst>
            <pc:docMk/>
            <pc:sldMk cId="4282738230" sldId="260"/>
            <ac:spMk id="77" creationId="{BA23EC29-DB58-CF09-2722-EA46791FFDA9}"/>
          </ac:spMkLst>
        </pc:spChg>
        <pc:spChg chg="mod">
          <ac:chgData name="장 균은" userId="454ed611-ca30-4098-8f59-2033736d6f3a" providerId="ADAL" clId="{4C883B7B-0F5E-472D-8BB7-27BADF10BF95}" dt="2025-05-09T10:04:30.802" v="1310"/>
          <ac:spMkLst>
            <pc:docMk/>
            <pc:sldMk cId="4282738230" sldId="260"/>
            <ac:spMk id="79" creationId="{A62EFB3A-AFFF-BA7A-5124-2EA1B6617A8F}"/>
          </ac:spMkLst>
        </pc:spChg>
        <pc:spChg chg="mod topLvl">
          <ac:chgData name="장 균은" userId="454ed611-ca30-4098-8f59-2033736d6f3a" providerId="ADAL" clId="{4C883B7B-0F5E-472D-8BB7-27BADF10BF95}" dt="2025-05-22T06:34:58.377" v="1333" actId="207"/>
          <ac:spMkLst>
            <pc:docMk/>
            <pc:sldMk cId="4282738230" sldId="260"/>
            <ac:spMk id="80" creationId="{57CDEC69-7030-CC70-7889-53649C702408}"/>
          </ac:spMkLst>
        </pc:spChg>
        <pc:spChg chg="mod">
          <ac:chgData name="장 균은" userId="454ed611-ca30-4098-8f59-2033736d6f3a" providerId="ADAL" clId="{4C883B7B-0F5E-472D-8BB7-27BADF10BF95}" dt="2025-05-22T07:59:41.823" v="2853" actId="1076"/>
          <ac:spMkLst>
            <pc:docMk/>
            <pc:sldMk cId="4282738230" sldId="260"/>
            <ac:spMk id="83" creationId="{F20BBE9C-E16A-C5F0-F4A6-0ED322221F78}"/>
          </ac:spMkLst>
        </pc:spChg>
        <pc:spChg chg="mod">
          <ac:chgData name="장 균은" userId="454ed611-ca30-4098-8f59-2033736d6f3a" providerId="ADAL" clId="{4C883B7B-0F5E-472D-8BB7-27BADF10BF95}" dt="2025-05-22T07:59:41.823" v="2853" actId="1076"/>
          <ac:spMkLst>
            <pc:docMk/>
            <pc:sldMk cId="4282738230" sldId="260"/>
            <ac:spMk id="84" creationId="{DEC5418B-F319-5530-CF28-2954B1B1B6D5}"/>
          </ac:spMkLst>
        </pc:spChg>
        <pc:spChg chg="mod">
          <ac:chgData name="장 균은" userId="454ed611-ca30-4098-8f59-2033736d6f3a" providerId="ADAL" clId="{4C883B7B-0F5E-472D-8BB7-27BADF10BF95}" dt="2025-05-09T10:04:30.802" v="1310"/>
          <ac:spMkLst>
            <pc:docMk/>
            <pc:sldMk cId="4282738230" sldId="260"/>
            <ac:spMk id="85" creationId="{2377D01A-9E61-EB17-9D56-39A76DBB7E69}"/>
          </ac:spMkLst>
        </pc:spChg>
        <pc:spChg chg="mod topLvl">
          <ac:chgData name="장 균은" userId="454ed611-ca30-4098-8f59-2033736d6f3a" providerId="ADAL" clId="{4C883B7B-0F5E-472D-8BB7-27BADF10BF95}" dt="2025-05-22T06:34:58.377" v="1333" actId="207"/>
          <ac:spMkLst>
            <pc:docMk/>
            <pc:sldMk cId="4282738230" sldId="260"/>
            <ac:spMk id="87" creationId="{C981BFF3-4EEA-26C4-3268-3F38D191444A}"/>
          </ac:spMkLst>
        </pc:spChg>
        <pc:grpChg chg="add mod">
          <ac:chgData name="장 균은" userId="454ed611-ca30-4098-8f59-2033736d6f3a" providerId="ADAL" clId="{4C883B7B-0F5E-472D-8BB7-27BADF10BF95}" dt="2025-05-09T04:47:18.826" v="160" actId="164"/>
          <ac:grpSpMkLst>
            <pc:docMk/>
            <pc:sldMk cId="4282738230" sldId="260"/>
            <ac:grpSpMk id="21" creationId="{265C86B5-3B60-F416-4E7F-4A102101D11D}"/>
          </ac:grpSpMkLst>
        </pc:grpChg>
        <pc:grpChg chg="add mod">
          <ac:chgData name="장 균은" userId="454ed611-ca30-4098-8f59-2033736d6f3a" providerId="ADAL" clId="{4C883B7B-0F5E-472D-8BB7-27BADF10BF95}" dt="2025-05-09T10:04:46.703" v="1329" actId="1036"/>
          <ac:grpSpMkLst>
            <pc:docMk/>
            <pc:sldMk cId="4282738230" sldId="260"/>
            <ac:grpSpMk id="26" creationId="{CC90569A-8959-3ED4-A75A-E733D8B35C04}"/>
          </ac:grpSpMkLst>
        </pc:grpChg>
        <pc:grpChg chg="add mod">
          <ac:chgData name="장 균은" userId="454ed611-ca30-4098-8f59-2033736d6f3a" providerId="ADAL" clId="{4C883B7B-0F5E-472D-8BB7-27BADF10BF95}" dt="2025-05-09T09:52:42.902" v="973" actId="1037"/>
          <ac:grpSpMkLst>
            <pc:docMk/>
            <pc:sldMk cId="4282738230" sldId="260"/>
            <ac:grpSpMk id="65" creationId="{0A8598B2-DFB8-F3D8-4E9F-0677374050A4}"/>
          </ac:grpSpMkLst>
        </pc:grpChg>
        <pc:grpChg chg="add mod">
          <ac:chgData name="장 균은" userId="454ed611-ca30-4098-8f59-2033736d6f3a" providerId="ADAL" clId="{4C883B7B-0F5E-472D-8BB7-27BADF10BF95}" dt="2025-05-09T09:53:08.059" v="1128" actId="196"/>
          <ac:grpSpMkLst>
            <pc:docMk/>
            <pc:sldMk cId="4282738230" sldId="260"/>
            <ac:grpSpMk id="66" creationId="{53780833-9405-936E-D58F-7383C7BDF8F6}"/>
          </ac:grpSpMkLst>
        </pc:grpChg>
        <pc:picChg chg="add mod">
          <ac:chgData name="장 균은" userId="454ed611-ca30-4098-8f59-2033736d6f3a" providerId="ADAL" clId="{4C883B7B-0F5E-472D-8BB7-27BADF10BF95}" dt="2025-05-22T08:01:23.978" v="2876" actId="1037"/>
          <ac:picMkLst>
            <pc:docMk/>
            <pc:sldMk cId="4282738230" sldId="260"/>
            <ac:picMk id="3" creationId="{ED61BD14-4721-C5B1-F5E8-B201D94E9395}"/>
          </ac:picMkLst>
        </pc:picChg>
        <pc:picChg chg="mod">
          <ac:chgData name="장 균은" userId="454ed611-ca30-4098-8f59-2033736d6f3a" providerId="ADAL" clId="{4C883B7B-0F5E-472D-8BB7-27BADF10BF95}" dt="2025-05-09T04:40:39.693" v="115"/>
          <ac:picMkLst>
            <pc:docMk/>
            <pc:sldMk cId="4282738230" sldId="260"/>
            <ac:picMk id="22" creationId="{38ECDD42-2A2A-6702-DAFE-5330025EAF8A}"/>
          </ac:picMkLst>
        </pc:picChg>
        <pc:picChg chg="mod">
          <ac:chgData name="장 균은" userId="454ed611-ca30-4098-8f59-2033736d6f3a" providerId="ADAL" clId="{4C883B7B-0F5E-472D-8BB7-27BADF10BF95}" dt="2025-05-09T04:40:39.693" v="115"/>
          <ac:picMkLst>
            <pc:docMk/>
            <pc:sldMk cId="4282738230" sldId="260"/>
            <ac:picMk id="23" creationId="{B603B56E-0426-2585-7B91-7ADCAC3FD0F7}"/>
          </ac:picMkLst>
        </pc:picChg>
        <pc:picChg chg="add del mod">
          <ac:chgData name="장 균은" userId="454ed611-ca30-4098-8f59-2033736d6f3a" providerId="ADAL" clId="{4C883B7B-0F5E-472D-8BB7-27BADF10BF95}" dt="2025-05-22T07:35:30.996" v="1639" actId="478"/>
          <ac:picMkLst>
            <pc:docMk/>
            <pc:sldMk cId="4282738230" sldId="260"/>
            <ac:picMk id="24" creationId="{8E8C8F77-9495-9A9D-3579-86C2CA54E84F}"/>
          </ac:picMkLst>
        </pc:picChg>
        <pc:picChg chg="add mod">
          <ac:chgData name="장 균은" userId="454ed611-ca30-4098-8f59-2033736d6f3a" providerId="ADAL" clId="{4C883B7B-0F5E-472D-8BB7-27BADF10BF95}" dt="2025-05-09T04:47:18.826" v="160" actId="164"/>
          <ac:picMkLst>
            <pc:docMk/>
            <pc:sldMk cId="4282738230" sldId="260"/>
            <ac:picMk id="25" creationId="{67011F6C-31D5-9B9A-612F-4B7EF93AD3AF}"/>
          </ac:picMkLst>
        </pc:picChg>
        <pc:picChg chg="add mod">
          <ac:chgData name="장 균은" userId="454ed611-ca30-4098-8f59-2033736d6f3a" providerId="ADAL" clId="{4C883B7B-0F5E-472D-8BB7-27BADF10BF95}" dt="2025-05-22T07:58:07.971" v="2617" actId="1035"/>
          <ac:picMkLst>
            <pc:docMk/>
            <pc:sldMk cId="4282738230" sldId="260"/>
            <ac:picMk id="28" creationId="{50F080AF-2ADD-6715-C343-6279491FAFF3}"/>
          </ac:picMkLst>
        </pc:picChg>
        <pc:picChg chg="add del mod">
          <ac:chgData name="장 균은" userId="454ed611-ca30-4098-8f59-2033736d6f3a" providerId="ADAL" clId="{4C883B7B-0F5E-472D-8BB7-27BADF10BF95}" dt="2025-05-22T07:44:01.439" v="1766" actId="478"/>
          <ac:picMkLst>
            <pc:docMk/>
            <pc:sldMk cId="4282738230" sldId="260"/>
            <ac:picMk id="31" creationId="{30F15C11-7BC6-A0FC-F6AA-D01DBC1827FC}"/>
          </ac:picMkLst>
        </pc:picChg>
        <pc:picChg chg="add del mod">
          <ac:chgData name="장 균은" userId="454ed611-ca30-4098-8f59-2033736d6f3a" providerId="ADAL" clId="{4C883B7B-0F5E-472D-8BB7-27BADF10BF95}" dt="2025-05-22T07:45:16.046" v="1843" actId="478"/>
          <ac:picMkLst>
            <pc:docMk/>
            <pc:sldMk cId="4282738230" sldId="260"/>
            <ac:picMk id="34" creationId="{4D824ECD-CADA-7470-524D-53192C68B6F9}"/>
          </ac:picMkLst>
        </pc:picChg>
        <pc:picChg chg="add mod">
          <ac:chgData name="장 균은" userId="454ed611-ca30-4098-8f59-2033736d6f3a" providerId="ADAL" clId="{4C883B7B-0F5E-472D-8BB7-27BADF10BF95}" dt="2025-05-22T08:01:23.978" v="2876" actId="1037"/>
          <ac:picMkLst>
            <pc:docMk/>
            <pc:sldMk cId="4282738230" sldId="260"/>
            <ac:picMk id="36" creationId="{82CE85D3-ACAE-6638-2EEE-55A17707D3E9}"/>
          </ac:picMkLst>
        </pc:picChg>
        <pc:picChg chg="add del mod">
          <ac:chgData name="장 균은" userId="454ed611-ca30-4098-8f59-2033736d6f3a" providerId="ADAL" clId="{4C883B7B-0F5E-472D-8BB7-27BADF10BF95}" dt="2025-05-22T07:45:16.046" v="1843" actId="478"/>
          <ac:picMkLst>
            <pc:docMk/>
            <pc:sldMk cId="4282738230" sldId="260"/>
            <ac:picMk id="37" creationId="{38BEE801-CEE3-FA0E-AC60-010D6FC6D077}"/>
          </ac:picMkLst>
        </pc:picChg>
        <pc:picChg chg="add del mod">
          <ac:chgData name="장 균은" userId="454ed611-ca30-4098-8f59-2033736d6f3a" providerId="ADAL" clId="{4C883B7B-0F5E-472D-8BB7-27BADF10BF95}" dt="2025-05-22T07:59:29.207" v="2852" actId="478"/>
          <ac:picMkLst>
            <pc:docMk/>
            <pc:sldMk cId="4282738230" sldId="260"/>
            <ac:picMk id="38" creationId="{45E16A03-43A8-13F8-1F71-70E8F56E10F7}"/>
          </ac:picMkLst>
        </pc:picChg>
        <pc:picChg chg="add del mod">
          <ac:chgData name="장 균은" userId="454ed611-ca30-4098-8f59-2033736d6f3a" providerId="ADAL" clId="{4C883B7B-0F5E-472D-8BB7-27BADF10BF95}" dt="2025-05-22T07:45:43.215" v="1921" actId="478"/>
          <ac:picMkLst>
            <pc:docMk/>
            <pc:sldMk cId="4282738230" sldId="260"/>
            <ac:picMk id="40" creationId="{6E9655BC-7D63-CC70-DF8E-56D1FD645D42}"/>
          </ac:picMkLst>
        </pc:picChg>
        <pc:picChg chg="add mod">
          <ac:chgData name="장 균은" userId="454ed611-ca30-4098-8f59-2033736d6f3a" providerId="ADAL" clId="{4C883B7B-0F5E-472D-8BB7-27BADF10BF95}" dt="2025-05-22T07:47:08.271" v="2023" actId="1038"/>
          <ac:picMkLst>
            <pc:docMk/>
            <pc:sldMk cId="4282738230" sldId="260"/>
            <ac:picMk id="42" creationId="{CF33641B-33DE-894D-F467-86944D3CA798}"/>
          </ac:picMkLst>
        </pc:picChg>
        <pc:picChg chg="add mod">
          <ac:chgData name="장 균은" userId="454ed611-ca30-4098-8f59-2033736d6f3a" providerId="ADAL" clId="{4C883B7B-0F5E-472D-8BB7-27BADF10BF95}" dt="2025-05-22T07:58:01.159" v="2563" actId="1036"/>
          <ac:picMkLst>
            <pc:docMk/>
            <pc:sldMk cId="4282738230" sldId="260"/>
            <ac:picMk id="45" creationId="{AD316DB9-82AB-6076-3C7F-CDBECCE7A326}"/>
          </ac:picMkLst>
        </pc:picChg>
        <pc:picChg chg="add mod">
          <ac:chgData name="장 균은" userId="454ed611-ca30-4098-8f59-2033736d6f3a" providerId="ADAL" clId="{4C883B7B-0F5E-472D-8BB7-27BADF10BF95}" dt="2025-05-22T07:58:01.159" v="2563" actId="1036"/>
          <ac:picMkLst>
            <pc:docMk/>
            <pc:sldMk cId="4282738230" sldId="260"/>
            <ac:picMk id="48" creationId="{2DED7619-DC36-6836-1EFA-4671E8F6AE06}"/>
          </ac:picMkLst>
        </pc:picChg>
        <pc:picChg chg="add mod">
          <ac:chgData name="장 균은" userId="454ed611-ca30-4098-8f59-2033736d6f3a" providerId="ADAL" clId="{4C883B7B-0F5E-472D-8BB7-27BADF10BF95}" dt="2025-05-22T07:59:05.262" v="2822" actId="1036"/>
          <ac:picMkLst>
            <pc:docMk/>
            <pc:sldMk cId="4282738230" sldId="260"/>
            <ac:picMk id="49" creationId="{2368CCC5-A085-97CC-63CB-B68EA6B3E181}"/>
          </ac:picMkLst>
        </pc:picChg>
        <pc:cxnChg chg="add mod">
          <ac:chgData name="장 균은" userId="454ed611-ca30-4098-8f59-2033736d6f3a" providerId="ADAL" clId="{4C883B7B-0F5E-472D-8BB7-27BADF10BF95}" dt="2025-05-09T09:52:16.614" v="935" actId="164"/>
          <ac:cxnSpMkLst>
            <pc:docMk/>
            <pc:sldMk cId="4282738230" sldId="260"/>
            <ac:cxnSpMk id="62" creationId="{AB791545-79B3-CA87-7C70-85B8BFBA6ED3}"/>
          </ac:cxnSpMkLst>
        </pc:cxnChg>
        <pc:cxnChg chg="add mod">
          <ac:chgData name="장 균은" userId="454ed611-ca30-4098-8f59-2033736d6f3a" providerId="ADAL" clId="{4C883B7B-0F5E-472D-8BB7-27BADF10BF95}" dt="2025-05-09T09:52:16.614" v="935" actId="164"/>
          <ac:cxnSpMkLst>
            <pc:docMk/>
            <pc:sldMk cId="4282738230" sldId="260"/>
            <ac:cxnSpMk id="63" creationId="{88C033EB-6493-6785-D0D1-43FF726AD47F}"/>
          </ac:cxnSpMkLst>
        </pc:cxnChg>
        <pc:cxnChg chg="mod">
          <ac:chgData name="장 균은" userId="454ed611-ca30-4098-8f59-2033736d6f3a" providerId="ADAL" clId="{4C883B7B-0F5E-472D-8BB7-27BADF10BF95}" dt="2025-05-09T09:52:45.978" v="974"/>
          <ac:cxnSpMkLst>
            <pc:docMk/>
            <pc:sldMk cId="4282738230" sldId="260"/>
            <ac:cxnSpMk id="67" creationId="{E865F8D7-03BD-313A-4C30-E5A5F37657A6}"/>
          </ac:cxnSpMkLst>
        </pc:cxnChg>
        <pc:cxnChg chg="mod">
          <ac:chgData name="장 균은" userId="454ed611-ca30-4098-8f59-2033736d6f3a" providerId="ADAL" clId="{4C883B7B-0F5E-472D-8BB7-27BADF10BF95}" dt="2025-05-09T09:52:45.978" v="974"/>
          <ac:cxnSpMkLst>
            <pc:docMk/>
            <pc:sldMk cId="4282738230" sldId="260"/>
            <ac:cxnSpMk id="68" creationId="{DA0B93C5-79F7-0843-5DA5-99CB8C0120E4}"/>
          </ac:cxnSpMkLst>
        </pc:cxnChg>
      </pc:sldChg>
      <pc:sldChg chg="add del">
        <pc:chgData name="장 균은" userId="454ed611-ca30-4098-8f59-2033736d6f3a" providerId="ADAL" clId="{4C883B7B-0F5E-472D-8BB7-27BADF10BF95}" dt="2025-05-22T07:56:50.031" v="2365" actId="47"/>
        <pc:sldMkLst>
          <pc:docMk/>
          <pc:sldMk cId="3149063205" sldId="261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B4967D-8751-40BA-9E4E-76197828F2C6}" type="datetimeFigureOut">
              <a:rPr lang="ko-KR" altLang="en-US" smtClean="0"/>
              <a:t>2025-05-22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FBE28B-A32C-4566-B30D-B931DD5BC90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70211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FBE28B-A32C-4566-B30D-B931DD5BC906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30800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B96A8D-01EA-1BA5-2755-BDBEA427D3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0027A1A-768D-6722-2C3A-8EAFDDB0A0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B9D03A0-1429-9D7C-7C76-B74CE7A8B3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65C1E-D8D5-4F33-8D14-8F752ECDA97A}" type="datetimeFigureOut">
              <a:rPr lang="ko-KR" altLang="en-US" smtClean="0"/>
              <a:t>2025-05-22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735AE19-3121-7169-7FB9-AAD35D20AD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69E6B6F-3EAF-3A1E-630D-B48C7256C7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D2B97-7995-4AF2-9C79-05FE68B337B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59925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72342D-E3FA-D65F-0FCF-D885A93FBD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D1ED081-BD96-371E-E3B5-43C4234FE2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D0B873F-9232-B6FD-D593-85C83C3E28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65C1E-D8D5-4F33-8D14-8F752ECDA97A}" type="datetimeFigureOut">
              <a:rPr lang="ko-KR" altLang="en-US" smtClean="0"/>
              <a:t>2025-05-22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7EFE0C2-6610-C968-0C7A-50538B8D0F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6DC9C91-8692-2E2D-F399-69787F2CA9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D2B97-7995-4AF2-9C79-05FE68B337B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52399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F269DF-D788-FE14-48C5-5490F78CCB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40E8F32-A883-8F9F-E845-D14743EF51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43A08FD-117C-220E-8559-E16C9BC4C6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65C1E-D8D5-4F33-8D14-8F752ECDA97A}" type="datetimeFigureOut">
              <a:rPr lang="ko-KR" altLang="en-US" smtClean="0"/>
              <a:t>2025-05-22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2F3E8F3-34B4-2963-D3F6-75858F2268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34AB62B-BB8A-674A-4E48-5545C5EE0D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D2B97-7995-4AF2-9C79-05FE68B337B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23210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E9603F-E12F-DDBA-9E21-99C6B8D603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D317832-B6B1-8635-214A-3AA53FAA0E3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53DDE4E-4BD5-3F22-1846-00A7531A01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5F6B4B9-D9EE-3644-7E5B-6273745FB0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65C1E-D8D5-4F33-8D14-8F752ECDA97A}" type="datetimeFigureOut">
              <a:rPr lang="ko-KR" altLang="en-US" smtClean="0"/>
              <a:t>2025-05-22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9AA07A9-DC78-6A2D-FA19-FABE573BF1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3DDCC12-E2C0-6ADE-067C-EA2F0C9CE0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D2B97-7995-4AF2-9C79-05FE68B337B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66423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2D6AA68-CF1B-B9D8-1C4B-B1CEC38F9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74D7A13-3159-570D-D273-1B5BD5C9D7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31D0668-A8A5-32BD-A6EB-9F8828BF98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55793CF-3DEE-2895-F82A-14D4239B5A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56CF1C3-CA82-B962-DFB6-B58CF5EB753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2E9EEA5-5DA4-F288-A9B4-993871FB8D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65C1E-D8D5-4F33-8D14-8F752ECDA97A}" type="datetimeFigureOut">
              <a:rPr lang="ko-KR" altLang="en-US" smtClean="0"/>
              <a:t>2025-05-22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106EF3F-0CD0-ED9F-0C67-7B7BD49465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EE8188F-E2B1-58C8-F5CA-F3BA278A74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D2B97-7995-4AF2-9C79-05FE68B337B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5808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6E3350-C1DE-A835-22C7-379F351196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AC6D614-6B07-D46D-EB9B-453504CD8B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65C1E-D8D5-4F33-8D14-8F752ECDA97A}" type="datetimeFigureOut">
              <a:rPr lang="ko-KR" altLang="en-US" smtClean="0"/>
              <a:t>2025-05-22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420AC8E-876B-BEF6-0A7E-41CB541D9E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A8300D4-8CC0-DE02-23DB-5F2AF6AB00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D2B97-7995-4AF2-9C79-05FE68B337B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82736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78AEF86-4D80-4008-15BA-21ACE21502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65C1E-D8D5-4F33-8D14-8F752ECDA97A}" type="datetimeFigureOut">
              <a:rPr lang="ko-KR" altLang="en-US" smtClean="0"/>
              <a:t>2025-05-22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7983720-4987-19C9-0F4A-2BE097467B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EEF4697-7D1D-E4AB-816B-16704C81BB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D2B97-7995-4AF2-9C79-05FE68B337B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46058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A18298-A747-6D5F-F1BB-FC35443434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B6963EF-808A-6391-BC20-1505A20CEA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15A496F-046A-4DF2-0B4F-E0DB735D1E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13D8950-1D29-FA52-5D3F-15D1597A4D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65C1E-D8D5-4F33-8D14-8F752ECDA97A}" type="datetimeFigureOut">
              <a:rPr lang="ko-KR" altLang="en-US" smtClean="0"/>
              <a:t>2025-05-22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8FCC065-CA65-B91E-5D64-6D9E3A7570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CACACE0-FC49-4BBF-7C39-D90E680F8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D2B97-7995-4AF2-9C79-05FE68B337B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76753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66D8B8-4A40-3637-0FA4-A4FD8FFF86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B1BD4312-B171-3390-7306-613F0106B9A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D8821D4-5846-AC02-6CB3-FC7BC2336E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7F27399-075B-8BF0-D543-B24217CFC3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65C1E-D8D5-4F33-8D14-8F752ECDA97A}" type="datetimeFigureOut">
              <a:rPr lang="ko-KR" altLang="en-US" smtClean="0"/>
              <a:t>2025-05-22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1E6DCAB-A18B-BC7F-C549-81FA783126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577BD4F-93AD-A9F2-11A1-1C319047BF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D2B97-7995-4AF2-9C79-05FE68B337B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46376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A2D05D-1598-B899-EFCD-F75305CB64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4E5CB1D-AA6C-E3C0-25D0-E2C5F188EF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BC5FE88-BF11-4A5E-31C1-6726D26B68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65C1E-D8D5-4F33-8D14-8F752ECDA97A}" type="datetimeFigureOut">
              <a:rPr lang="ko-KR" altLang="en-US" smtClean="0"/>
              <a:t>2025-05-22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A43AEE9-1F66-CFEF-B322-70E039A737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47F1BC2-C6AE-F571-7B8E-F02591E40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D2B97-7995-4AF2-9C79-05FE68B337B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27193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A1011A2-68FB-44FB-29C9-00FE8514C3D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50BE374-C553-B0A3-7FBB-5E63313CD5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4881B10-AD4E-590F-A409-E60BFF0901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65C1E-D8D5-4F33-8D14-8F752ECDA97A}" type="datetimeFigureOut">
              <a:rPr lang="ko-KR" altLang="en-US" smtClean="0"/>
              <a:t>2025-05-22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717F40E-D550-A86B-0CAC-E455DD3A2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3F1601F-3C42-6C7B-A712-1EFFA95D91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D2B97-7995-4AF2-9C79-05FE68B337B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37475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313A11D1-A3EF-85E3-D7D4-0F0D56F99F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3D0636F-9F60-966F-AB15-9C7C008538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452BDC0-57D5-8B48-F36C-CCB9287079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865C1E-D8D5-4F33-8D14-8F752ECDA97A}" type="datetimeFigureOut">
              <a:rPr lang="ko-KR" altLang="en-US" smtClean="0"/>
              <a:t>2025-05-22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A1C432E-0BCD-A2FA-AA52-1AC0594227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FCCAC0E-A9C2-B4D9-551D-41F820D679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55D2B97-7995-4AF2-9C79-05FE68B337B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5186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3" Type="http://schemas.openxmlformats.org/officeDocument/2006/relationships/image" Target="../media/image5.png"/><Relationship Id="rId7" Type="http://schemas.openxmlformats.org/officeDocument/2006/relationships/image" Target="../media/image9.svg"/><Relationship Id="rId12" Type="http://schemas.openxmlformats.org/officeDocument/2006/relationships/image" Target="../media/image14.svg"/><Relationship Id="rId2" Type="http://schemas.openxmlformats.org/officeDocument/2006/relationships/image" Target="../media/image4.png"/><Relationship Id="rId16" Type="http://schemas.openxmlformats.org/officeDocument/2006/relationships/image" Target="../media/image18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10" Type="http://schemas.openxmlformats.org/officeDocument/2006/relationships/image" Target="../media/image12.sv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A4F4CAB9-57AF-A927-1B2E-F9F14967BE32}"/>
              </a:ext>
            </a:extLst>
          </p:cNvPr>
          <p:cNvGrpSpPr/>
          <p:nvPr/>
        </p:nvGrpSpPr>
        <p:grpSpPr>
          <a:xfrm>
            <a:off x="1165348" y="709230"/>
            <a:ext cx="9861304" cy="5789733"/>
            <a:chOff x="2045351" y="413021"/>
            <a:chExt cx="9861304" cy="5789733"/>
          </a:xfrm>
        </p:grpSpPr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A93B3239-70EE-4E46-67CD-FDA4CFCCB76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045351" y="413021"/>
              <a:ext cx="3743289" cy="5789733"/>
            </a:xfrm>
            <a:prstGeom prst="rect">
              <a:avLst/>
            </a:prstGeom>
          </p:spPr>
        </p:pic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59212363-3533-834D-811E-1B5BE5F25AE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788640" y="880613"/>
              <a:ext cx="4321715" cy="2538930"/>
            </a:xfrm>
            <a:prstGeom prst="rect">
              <a:avLst/>
            </a:prstGeom>
          </p:spPr>
        </p:pic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061DFE4C-5DDC-9F28-F19B-A783BC5C7F15}"/>
                </a:ext>
              </a:extLst>
            </p:cNvPr>
            <p:cNvSpPr/>
            <p:nvPr/>
          </p:nvSpPr>
          <p:spPr>
            <a:xfrm>
              <a:off x="2732810" y="423412"/>
              <a:ext cx="9160875" cy="467592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95DFCE83-5002-5B6E-060F-3EEA1654FB8B}"/>
                </a:ext>
              </a:extLst>
            </p:cNvPr>
            <p:cNvSpPr/>
            <p:nvPr/>
          </p:nvSpPr>
          <p:spPr>
            <a:xfrm>
              <a:off x="2055742" y="682566"/>
              <a:ext cx="1653814" cy="198047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8DAAF5D8-8FC7-0735-2EBA-0FA66A1AA0B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788640" y="1206230"/>
              <a:ext cx="6118015" cy="4996524"/>
            </a:xfrm>
            <a:prstGeom prst="rect">
              <a:avLst/>
            </a:prstGeom>
          </p:spPr>
        </p:pic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74337D49-0330-D4D3-1801-8CD9DFC39431}"/>
                </a:ext>
              </a:extLst>
            </p:cNvPr>
            <p:cNvSpPr/>
            <p:nvPr/>
          </p:nvSpPr>
          <p:spPr>
            <a:xfrm>
              <a:off x="10051915" y="830095"/>
              <a:ext cx="1841770" cy="382621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FEB70D69-E444-12E1-88D8-D6EE5078951D}"/>
              </a:ext>
            </a:extLst>
          </p:cNvPr>
          <p:cNvSpPr txBox="1"/>
          <p:nvPr/>
        </p:nvSpPr>
        <p:spPr>
          <a:xfrm>
            <a:off x="6854757" y="774972"/>
            <a:ext cx="11024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Features</a:t>
            </a:r>
            <a:endParaRPr lang="ko-KR" altLang="en-US" sz="1600" dirty="0">
              <a:solidFill>
                <a:schemeClr val="bg1"/>
              </a:solidFill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3E1DC56-3536-DFFE-61D9-C10F98C557C5}"/>
              </a:ext>
            </a:extLst>
          </p:cNvPr>
          <p:cNvSpPr txBox="1"/>
          <p:nvPr/>
        </p:nvSpPr>
        <p:spPr>
          <a:xfrm>
            <a:off x="5677709" y="774972"/>
            <a:ext cx="11024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Artists</a:t>
            </a:r>
            <a:endParaRPr lang="ko-KR" altLang="en-US" sz="1600" dirty="0">
              <a:solidFill>
                <a:schemeClr val="bg1"/>
              </a:solidFill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599C077-55BB-8E2A-8916-B4AE8A4BAD15}"/>
              </a:ext>
            </a:extLst>
          </p:cNvPr>
          <p:cNvSpPr txBox="1"/>
          <p:nvPr/>
        </p:nvSpPr>
        <p:spPr>
          <a:xfrm>
            <a:off x="8031804" y="774972"/>
            <a:ext cx="11024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Pricing</a:t>
            </a:r>
            <a:endParaRPr lang="ko-KR" altLang="en-US" sz="1600" dirty="0">
              <a:solidFill>
                <a:schemeClr val="bg1"/>
              </a:solidFill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520B9B4-722E-D90D-9FDD-835FDE8DADD6}"/>
              </a:ext>
            </a:extLst>
          </p:cNvPr>
          <p:cNvSpPr txBox="1"/>
          <p:nvPr/>
        </p:nvSpPr>
        <p:spPr>
          <a:xfrm>
            <a:off x="9066179" y="771732"/>
            <a:ext cx="11024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Log-In</a:t>
            </a:r>
            <a:endParaRPr lang="ko-KR" altLang="en-US" sz="1600" dirty="0">
              <a:solidFill>
                <a:schemeClr val="bg1"/>
              </a:solidFill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28339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93D0C3DB-ACC7-E493-610E-9A1D67F7F57C}"/>
              </a:ext>
            </a:extLst>
          </p:cNvPr>
          <p:cNvSpPr/>
          <p:nvPr/>
        </p:nvSpPr>
        <p:spPr>
          <a:xfrm>
            <a:off x="1342416" y="724091"/>
            <a:ext cx="9837943" cy="578973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8EEFA33-6807-8B40-8128-81FC006327A3}"/>
              </a:ext>
            </a:extLst>
          </p:cNvPr>
          <p:cNvSpPr/>
          <p:nvPr/>
        </p:nvSpPr>
        <p:spPr>
          <a:xfrm>
            <a:off x="3636178" y="1926498"/>
            <a:ext cx="1449914" cy="259288"/>
          </a:xfrm>
          <a:prstGeom prst="rect">
            <a:avLst/>
          </a:prstGeom>
          <a:solidFill>
            <a:srgbClr val="9933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chemeClr val="bg2">
                    <a:lumMod val="90000"/>
                  </a:schemeClr>
                </a:solidFill>
              </a:rPr>
              <a:t>RM</a:t>
            </a:r>
            <a:endParaRPr lang="ko-KR" altLang="en-US" sz="1000" b="1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0E36EA3-5241-B207-4E60-54E8F7F4A8E4}"/>
              </a:ext>
            </a:extLst>
          </p:cNvPr>
          <p:cNvSpPr/>
          <p:nvPr/>
        </p:nvSpPr>
        <p:spPr>
          <a:xfrm>
            <a:off x="5231148" y="1926498"/>
            <a:ext cx="1449914" cy="259288"/>
          </a:xfrm>
          <a:prstGeom prst="rect">
            <a:avLst/>
          </a:prstGeom>
          <a:solidFill>
            <a:srgbClr val="9933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chemeClr val="bg2">
                    <a:lumMod val="90000"/>
                  </a:schemeClr>
                </a:solidFill>
              </a:rPr>
              <a:t>Jungkook</a:t>
            </a:r>
            <a:endParaRPr lang="ko-KR" altLang="en-US" sz="1000" b="1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E045D9D-3FAB-AB95-C892-26C588E77532}"/>
              </a:ext>
            </a:extLst>
          </p:cNvPr>
          <p:cNvSpPr/>
          <p:nvPr/>
        </p:nvSpPr>
        <p:spPr>
          <a:xfrm>
            <a:off x="6826118" y="1926498"/>
            <a:ext cx="1449914" cy="259288"/>
          </a:xfrm>
          <a:prstGeom prst="rect">
            <a:avLst/>
          </a:prstGeom>
          <a:solidFill>
            <a:srgbClr val="9933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chemeClr val="bg2">
                    <a:lumMod val="90000"/>
                  </a:schemeClr>
                </a:solidFill>
              </a:rPr>
              <a:t>V</a:t>
            </a:r>
            <a:endParaRPr lang="ko-KR" altLang="en-US" sz="1000" b="1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EDFA481-9FEA-CD23-514B-474B9F9E31DB}"/>
              </a:ext>
            </a:extLst>
          </p:cNvPr>
          <p:cNvSpPr/>
          <p:nvPr/>
        </p:nvSpPr>
        <p:spPr>
          <a:xfrm>
            <a:off x="8421088" y="1926497"/>
            <a:ext cx="1449914" cy="259288"/>
          </a:xfrm>
          <a:prstGeom prst="rect">
            <a:avLst/>
          </a:prstGeom>
          <a:solidFill>
            <a:srgbClr val="9933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chemeClr val="bg2">
                    <a:lumMod val="90000"/>
                  </a:schemeClr>
                </a:solidFill>
              </a:rPr>
              <a:t>Jimin</a:t>
            </a:r>
            <a:endParaRPr lang="ko-KR" altLang="en-US" sz="1000" b="1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12F9273-7667-0B78-0F01-AA756A093912}"/>
              </a:ext>
            </a:extLst>
          </p:cNvPr>
          <p:cNvSpPr/>
          <p:nvPr/>
        </p:nvSpPr>
        <p:spPr>
          <a:xfrm>
            <a:off x="3636177" y="2233625"/>
            <a:ext cx="1449914" cy="259288"/>
          </a:xfrm>
          <a:prstGeom prst="rect">
            <a:avLst/>
          </a:prstGeom>
          <a:solidFill>
            <a:srgbClr val="9933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chemeClr val="bg2">
                    <a:lumMod val="90000"/>
                  </a:schemeClr>
                </a:solidFill>
              </a:rPr>
              <a:t>Suga</a:t>
            </a:r>
            <a:endParaRPr lang="ko-KR" altLang="en-US" sz="1000" b="1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8C5F497D-E3DE-CFA5-DA73-BA9D4994BEDB}"/>
              </a:ext>
            </a:extLst>
          </p:cNvPr>
          <p:cNvSpPr/>
          <p:nvPr/>
        </p:nvSpPr>
        <p:spPr>
          <a:xfrm>
            <a:off x="5231147" y="2233625"/>
            <a:ext cx="1449914" cy="259288"/>
          </a:xfrm>
          <a:prstGeom prst="rect">
            <a:avLst/>
          </a:prstGeom>
          <a:solidFill>
            <a:srgbClr val="9933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chemeClr val="bg2">
                    <a:lumMod val="90000"/>
                  </a:schemeClr>
                </a:solidFill>
              </a:rPr>
              <a:t>All</a:t>
            </a:r>
            <a:endParaRPr lang="ko-KR" altLang="en-US" sz="1000" b="1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A7A52A1-E7A0-708C-9F17-B6CC368AE103}"/>
              </a:ext>
            </a:extLst>
          </p:cNvPr>
          <p:cNvSpPr/>
          <p:nvPr/>
        </p:nvSpPr>
        <p:spPr>
          <a:xfrm>
            <a:off x="8421088" y="2233624"/>
            <a:ext cx="1449914" cy="259288"/>
          </a:xfrm>
          <a:prstGeom prst="rect">
            <a:avLst/>
          </a:prstGeom>
          <a:solidFill>
            <a:srgbClr val="9933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chemeClr val="bg2">
                    <a:lumMod val="90000"/>
                  </a:schemeClr>
                </a:solidFill>
              </a:rPr>
              <a:t>J-hope</a:t>
            </a:r>
            <a:endParaRPr lang="ko-KR" altLang="en-US" sz="1000" b="1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6826ECD1-4297-F163-4285-E89ED630AA54}"/>
              </a:ext>
            </a:extLst>
          </p:cNvPr>
          <p:cNvSpPr/>
          <p:nvPr/>
        </p:nvSpPr>
        <p:spPr>
          <a:xfrm>
            <a:off x="6826117" y="2233625"/>
            <a:ext cx="1449914" cy="259288"/>
          </a:xfrm>
          <a:prstGeom prst="rect">
            <a:avLst/>
          </a:prstGeom>
          <a:solidFill>
            <a:srgbClr val="9933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chemeClr val="bg2">
                    <a:lumMod val="90000"/>
                  </a:schemeClr>
                </a:solidFill>
              </a:rPr>
              <a:t>RM</a:t>
            </a:r>
            <a:endParaRPr lang="ko-KR" altLang="en-US" sz="1000" b="1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9C0363C6-1BD6-6A43-E074-676A9CC9CBDC}"/>
              </a:ext>
            </a:extLst>
          </p:cNvPr>
          <p:cNvSpPr/>
          <p:nvPr/>
        </p:nvSpPr>
        <p:spPr>
          <a:xfrm>
            <a:off x="3636178" y="2540752"/>
            <a:ext cx="1449914" cy="259288"/>
          </a:xfrm>
          <a:prstGeom prst="rect">
            <a:avLst/>
          </a:prstGeom>
          <a:solidFill>
            <a:srgbClr val="9933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chemeClr val="bg2">
                    <a:lumMod val="90000"/>
                  </a:schemeClr>
                </a:solidFill>
              </a:rPr>
              <a:t>V</a:t>
            </a:r>
            <a:endParaRPr lang="ko-KR" altLang="en-US" sz="1000" b="1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92988E63-6ECA-6FF8-5791-9E84774C28D5}"/>
              </a:ext>
            </a:extLst>
          </p:cNvPr>
          <p:cNvSpPr/>
          <p:nvPr/>
        </p:nvSpPr>
        <p:spPr>
          <a:xfrm>
            <a:off x="5231148" y="2540752"/>
            <a:ext cx="1449914" cy="259288"/>
          </a:xfrm>
          <a:prstGeom prst="rect">
            <a:avLst/>
          </a:prstGeom>
          <a:solidFill>
            <a:srgbClr val="9933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chemeClr val="bg2">
                    <a:lumMod val="90000"/>
                  </a:schemeClr>
                </a:solidFill>
              </a:rPr>
              <a:t>Suga</a:t>
            </a:r>
            <a:endParaRPr lang="ko-KR" altLang="en-US" sz="1000" b="1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C69EEDD0-B7DB-0A30-0095-D023B906BC31}"/>
              </a:ext>
            </a:extLst>
          </p:cNvPr>
          <p:cNvSpPr/>
          <p:nvPr/>
        </p:nvSpPr>
        <p:spPr>
          <a:xfrm>
            <a:off x="6826118" y="2540752"/>
            <a:ext cx="1449914" cy="259288"/>
          </a:xfrm>
          <a:prstGeom prst="rect">
            <a:avLst/>
          </a:prstGeom>
          <a:solidFill>
            <a:srgbClr val="9933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chemeClr val="bg2">
                    <a:lumMod val="90000"/>
                  </a:schemeClr>
                </a:solidFill>
              </a:rPr>
              <a:t>Jungkook</a:t>
            </a:r>
            <a:endParaRPr lang="ko-KR" altLang="en-US" sz="1000" b="1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C559F82F-1175-40A7-FA50-B94BCBF4ACFD}"/>
              </a:ext>
            </a:extLst>
          </p:cNvPr>
          <p:cNvSpPr/>
          <p:nvPr/>
        </p:nvSpPr>
        <p:spPr>
          <a:xfrm>
            <a:off x="8421088" y="2540752"/>
            <a:ext cx="1449914" cy="259288"/>
          </a:xfrm>
          <a:prstGeom prst="rect">
            <a:avLst/>
          </a:prstGeom>
          <a:solidFill>
            <a:srgbClr val="9933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chemeClr val="bg2">
                    <a:lumMod val="90000"/>
                  </a:schemeClr>
                </a:solidFill>
              </a:rPr>
              <a:t>All</a:t>
            </a:r>
            <a:endParaRPr lang="ko-KR" altLang="en-US" sz="1000" b="1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F028AC9C-251D-0195-0B6E-3819AD8B376E}"/>
              </a:ext>
            </a:extLst>
          </p:cNvPr>
          <p:cNvSpPr/>
          <p:nvPr/>
        </p:nvSpPr>
        <p:spPr>
          <a:xfrm>
            <a:off x="3636177" y="2847879"/>
            <a:ext cx="1449914" cy="259288"/>
          </a:xfrm>
          <a:prstGeom prst="rect">
            <a:avLst/>
          </a:prstGeom>
          <a:solidFill>
            <a:srgbClr val="9933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chemeClr val="bg2">
                    <a:lumMod val="90000"/>
                  </a:schemeClr>
                </a:solidFill>
              </a:rPr>
              <a:t>Jimin</a:t>
            </a:r>
            <a:endParaRPr lang="ko-KR" altLang="en-US" sz="1000" b="1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9E3852D2-F963-C233-8CE5-C724B27C3F39}"/>
              </a:ext>
            </a:extLst>
          </p:cNvPr>
          <p:cNvSpPr/>
          <p:nvPr/>
        </p:nvSpPr>
        <p:spPr>
          <a:xfrm>
            <a:off x="5231147" y="2847879"/>
            <a:ext cx="1449914" cy="259288"/>
          </a:xfrm>
          <a:prstGeom prst="rect">
            <a:avLst/>
          </a:prstGeom>
          <a:solidFill>
            <a:srgbClr val="9933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chemeClr val="bg2">
                    <a:lumMod val="90000"/>
                  </a:schemeClr>
                </a:solidFill>
              </a:rPr>
              <a:t>RM</a:t>
            </a:r>
            <a:endParaRPr lang="ko-KR" altLang="en-US" sz="1000" b="1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77B5A5D1-6848-8727-3AA9-DADF4B8909D6}"/>
              </a:ext>
            </a:extLst>
          </p:cNvPr>
          <p:cNvSpPr/>
          <p:nvPr/>
        </p:nvSpPr>
        <p:spPr>
          <a:xfrm>
            <a:off x="8421088" y="2847878"/>
            <a:ext cx="1449914" cy="259288"/>
          </a:xfrm>
          <a:prstGeom prst="rect">
            <a:avLst/>
          </a:prstGeom>
          <a:solidFill>
            <a:srgbClr val="9933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chemeClr val="bg2">
                    <a:lumMod val="90000"/>
                  </a:schemeClr>
                </a:solidFill>
              </a:rPr>
              <a:t>RM</a:t>
            </a:r>
            <a:endParaRPr lang="ko-KR" altLang="en-US" sz="1000" b="1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31ED5A27-1A97-6C74-5DF3-A25F4F50D96D}"/>
              </a:ext>
            </a:extLst>
          </p:cNvPr>
          <p:cNvSpPr/>
          <p:nvPr/>
        </p:nvSpPr>
        <p:spPr>
          <a:xfrm>
            <a:off x="6826117" y="2847879"/>
            <a:ext cx="1449914" cy="259288"/>
          </a:xfrm>
          <a:prstGeom prst="rect">
            <a:avLst/>
          </a:prstGeom>
          <a:solidFill>
            <a:srgbClr val="9933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chemeClr val="bg2">
                    <a:lumMod val="90000"/>
                  </a:schemeClr>
                </a:solidFill>
              </a:rPr>
              <a:t>J-hope</a:t>
            </a:r>
            <a:endParaRPr lang="ko-KR" altLang="en-US" sz="1000" b="1" dirty="0">
              <a:solidFill>
                <a:schemeClr val="bg2">
                  <a:lumMod val="90000"/>
                </a:schemeClr>
              </a:solidFill>
            </a:endParaRPr>
          </a:p>
        </p:txBody>
      </p: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CC90569A-8959-3ED4-A75A-E733D8B35C04}"/>
              </a:ext>
            </a:extLst>
          </p:cNvPr>
          <p:cNvGrpSpPr/>
          <p:nvPr/>
        </p:nvGrpSpPr>
        <p:grpSpPr>
          <a:xfrm>
            <a:off x="3516109" y="4426422"/>
            <a:ext cx="6354893" cy="1244449"/>
            <a:chOff x="2664416" y="4591008"/>
            <a:chExt cx="6978348" cy="1456501"/>
          </a:xfrm>
        </p:grpSpPr>
        <p:grpSp>
          <p:nvGrpSpPr>
            <p:cNvPr id="21" name="그룹 20">
              <a:extLst>
                <a:ext uri="{FF2B5EF4-FFF2-40B4-BE49-F238E27FC236}">
                  <a16:creationId xmlns:a16="http://schemas.microsoft.com/office/drawing/2014/main" id="{265C86B5-3B60-F416-4E7F-4A102101D11D}"/>
                </a:ext>
              </a:extLst>
            </p:cNvPr>
            <p:cNvGrpSpPr/>
            <p:nvPr/>
          </p:nvGrpSpPr>
          <p:grpSpPr>
            <a:xfrm>
              <a:off x="2664416" y="4664267"/>
              <a:ext cx="6978348" cy="1383242"/>
              <a:chOff x="1531254" y="2423799"/>
              <a:chExt cx="6886527" cy="1409898"/>
            </a:xfrm>
          </p:grpSpPr>
          <p:pic>
            <p:nvPicPr>
              <p:cNvPr id="22" name="그림 21">
                <a:extLst>
                  <a:ext uri="{FF2B5EF4-FFF2-40B4-BE49-F238E27FC236}">
                    <a16:creationId xmlns:a16="http://schemas.microsoft.com/office/drawing/2014/main" id="{38ECDD42-2A2A-6702-DAFE-5330025EAF8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7317045" y="2423799"/>
                <a:ext cx="1100736" cy="1409897"/>
              </a:xfrm>
              <a:prstGeom prst="rect">
                <a:avLst/>
              </a:prstGeom>
            </p:spPr>
          </p:pic>
          <p:pic>
            <p:nvPicPr>
              <p:cNvPr id="23" name="그림 22">
                <a:extLst>
                  <a:ext uri="{FF2B5EF4-FFF2-40B4-BE49-F238E27FC236}">
                    <a16:creationId xmlns:a16="http://schemas.microsoft.com/office/drawing/2014/main" id="{B603B56E-0426-2585-7B91-7ADCAC3FD0F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531254" y="2423800"/>
                <a:ext cx="6058746" cy="1409897"/>
              </a:xfrm>
              <a:prstGeom prst="rect">
                <a:avLst/>
              </a:prstGeom>
            </p:spPr>
          </p:pic>
        </p:grpSp>
        <p:pic>
          <p:nvPicPr>
            <p:cNvPr id="25" name="그림 24">
              <a:extLst>
                <a:ext uri="{FF2B5EF4-FFF2-40B4-BE49-F238E27FC236}">
                  <a16:creationId xmlns:a16="http://schemas.microsoft.com/office/drawing/2014/main" id="{67011F6C-31D5-9B9A-612F-4B7EF93AD3A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680029" y="4591008"/>
              <a:ext cx="935026" cy="1381853"/>
            </a:xfrm>
            <a:prstGeom prst="rect">
              <a:avLst/>
            </a:prstGeom>
          </p:spPr>
        </p:pic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1C97CEE4-BE59-0062-0A37-2208CB24ED03}"/>
              </a:ext>
            </a:extLst>
          </p:cNvPr>
          <p:cNvSpPr txBox="1"/>
          <p:nvPr/>
        </p:nvSpPr>
        <p:spPr>
          <a:xfrm>
            <a:off x="2796263" y="789709"/>
            <a:ext cx="31473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solidFill>
                  <a:schemeClr val="bg2">
                    <a:lumMod val="90000"/>
                  </a:schemeClr>
                </a:solidFill>
              </a:rPr>
              <a:t>Dynamite</a:t>
            </a:r>
            <a:endParaRPr lang="ko-KR" altLang="en-US" sz="2000" b="1" dirty="0">
              <a:solidFill>
                <a:schemeClr val="bg2">
                  <a:lumMod val="90000"/>
                </a:schemeClr>
              </a:solidFill>
            </a:endParaRPr>
          </a:p>
        </p:txBody>
      </p:sp>
      <p:pic>
        <p:nvPicPr>
          <p:cNvPr id="36" name="그림 35">
            <a:extLst>
              <a:ext uri="{FF2B5EF4-FFF2-40B4-BE49-F238E27FC236}">
                <a16:creationId xmlns:a16="http://schemas.microsoft.com/office/drawing/2014/main" id="{82CE85D3-ACAE-6638-2EEE-55A17707D3E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74511" y="5906880"/>
            <a:ext cx="8405421" cy="355376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49" name="그래픽 48" descr="다운로드 윤곽선">
            <a:extLst>
              <a:ext uri="{FF2B5EF4-FFF2-40B4-BE49-F238E27FC236}">
                <a16:creationId xmlns:a16="http://schemas.microsoft.com/office/drawing/2014/main" id="{2368CCC5-A085-97CC-63CB-B68EA6B3E18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234125" y="4187700"/>
            <a:ext cx="408566" cy="408566"/>
          </a:xfrm>
          <a:prstGeom prst="rect">
            <a:avLst/>
          </a:prstGeom>
        </p:spPr>
      </p:pic>
      <p:sp>
        <p:nvSpPr>
          <p:cNvPr id="50" name="TextBox 49">
            <a:extLst>
              <a:ext uri="{FF2B5EF4-FFF2-40B4-BE49-F238E27FC236}">
                <a16:creationId xmlns:a16="http://schemas.microsoft.com/office/drawing/2014/main" id="{4AEE91CB-1962-EC29-0829-A8CF2A2BF777}"/>
              </a:ext>
            </a:extLst>
          </p:cNvPr>
          <p:cNvSpPr txBox="1"/>
          <p:nvPr/>
        </p:nvSpPr>
        <p:spPr>
          <a:xfrm>
            <a:off x="2642691" y="4276016"/>
            <a:ext cx="9682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bg2">
                    <a:lumMod val="90000"/>
                  </a:schemeClr>
                </a:solidFill>
              </a:rPr>
              <a:t>Download</a:t>
            </a:r>
            <a:endParaRPr lang="ko-KR" altLang="en-US" sz="1200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67171706-FDC0-4CF8-A3A1-89522CDD7067}"/>
              </a:ext>
            </a:extLst>
          </p:cNvPr>
          <p:cNvSpPr/>
          <p:nvPr/>
        </p:nvSpPr>
        <p:spPr>
          <a:xfrm>
            <a:off x="3863155" y="1451112"/>
            <a:ext cx="540231" cy="246434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/>
              <a:t>Intro A</a:t>
            </a:r>
            <a:endParaRPr lang="ko-KR" altLang="en-US" sz="800" dirty="0"/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0D0CCA9F-C9EC-EC37-FD4B-E4791B505916}"/>
              </a:ext>
            </a:extLst>
          </p:cNvPr>
          <p:cNvSpPr/>
          <p:nvPr/>
        </p:nvSpPr>
        <p:spPr>
          <a:xfrm>
            <a:off x="4446969" y="1451112"/>
            <a:ext cx="540231" cy="246434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/>
              <a:t>Intro B</a:t>
            </a:r>
            <a:endParaRPr lang="ko-KR" altLang="en-US" sz="800" dirty="0"/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C362C41C-8890-0D7E-671B-32D2CBF5476B}"/>
              </a:ext>
            </a:extLst>
          </p:cNvPr>
          <p:cNvSpPr/>
          <p:nvPr/>
        </p:nvSpPr>
        <p:spPr>
          <a:xfrm>
            <a:off x="5030783" y="1451112"/>
            <a:ext cx="540231" cy="246434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/>
              <a:t>Verse A</a:t>
            </a:r>
            <a:endParaRPr lang="ko-KR" altLang="en-US" sz="800" dirty="0"/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A379DE85-F06D-6205-BBAF-81176C7B639F}"/>
              </a:ext>
            </a:extLst>
          </p:cNvPr>
          <p:cNvSpPr/>
          <p:nvPr/>
        </p:nvSpPr>
        <p:spPr>
          <a:xfrm>
            <a:off x="5614597" y="1451112"/>
            <a:ext cx="540231" cy="246434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/>
              <a:t>Beats</a:t>
            </a:r>
            <a:endParaRPr lang="ko-KR" altLang="en-US" sz="800" dirty="0"/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53540A7B-8AAB-1D0A-99FB-BDFA6920791D}"/>
              </a:ext>
            </a:extLst>
          </p:cNvPr>
          <p:cNvSpPr/>
          <p:nvPr/>
        </p:nvSpPr>
        <p:spPr>
          <a:xfrm>
            <a:off x="6198411" y="1451112"/>
            <a:ext cx="540231" cy="246434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/>
              <a:t>Chorus</a:t>
            </a:r>
            <a:endParaRPr lang="ko-KR" altLang="en-US" sz="800" dirty="0"/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E5648C5E-04DD-542F-A27A-CA6424E62719}"/>
              </a:ext>
            </a:extLst>
          </p:cNvPr>
          <p:cNvSpPr/>
          <p:nvPr/>
        </p:nvSpPr>
        <p:spPr>
          <a:xfrm>
            <a:off x="6782225" y="1451112"/>
            <a:ext cx="540231" cy="246434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/>
              <a:t>Verse B</a:t>
            </a:r>
            <a:endParaRPr lang="ko-KR" altLang="en-US" sz="800" dirty="0"/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8E52BA23-A799-DE13-740B-232FABB8A519}"/>
              </a:ext>
            </a:extLst>
          </p:cNvPr>
          <p:cNvSpPr/>
          <p:nvPr/>
        </p:nvSpPr>
        <p:spPr>
          <a:xfrm>
            <a:off x="7366039" y="1451112"/>
            <a:ext cx="540231" cy="246434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/>
              <a:t>Bridge</a:t>
            </a:r>
            <a:endParaRPr lang="ko-KR" altLang="en-US" sz="800" dirty="0"/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B7E5FFD6-A541-51E1-A586-21BCB83FE677}"/>
              </a:ext>
            </a:extLst>
          </p:cNvPr>
          <p:cNvSpPr/>
          <p:nvPr/>
        </p:nvSpPr>
        <p:spPr>
          <a:xfrm>
            <a:off x="7949853" y="1451112"/>
            <a:ext cx="540231" cy="246434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/>
              <a:t>Break </a:t>
            </a:r>
            <a:endParaRPr lang="ko-KR" altLang="en-US" sz="800" dirty="0"/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E8432F5A-A0AE-58BC-4EDB-3D9CC0B6C3CB}"/>
              </a:ext>
            </a:extLst>
          </p:cNvPr>
          <p:cNvSpPr/>
          <p:nvPr/>
        </p:nvSpPr>
        <p:spPr>
          <a:xfrm>
            <a:off x="8533667" y="1451112"/>
            <a:ext cx="540231" cy="246434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/>
              <a:t>Verse C</a:t>
            </a:r>
            <a:endParaRPr lang="ko-KR" altLang="en-US" sz="800" dirty="0"/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DC967EA4-3BDF-2C84-CFEE-29254084E9ED}"/>
              </a:ext>
            </a:extLst>
          </p:cNvPr>
          <p:cNvSpPr/>
          <p:nvPr/>
        </p:nvSpPr>
        <p:spPr>
          <a:xfrm>
            <a:off x="9117481" y="1451112"/>
            <a:ext cx="540231" cy="246434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/>
              <a:t>Groove</a:t>
            </a:r>
            <a:endParaRPr lang="ko-KR" altLang="en-US" sz="800" dirty="0"/>
          </a:p>
        </p:txBody>
      </p:sp>
      <p:grpSp>
        <p:nvGrpSpPr>
          <p:cNvPr id="65" name="그룹 64">
            <a:extLst>
              <a:ext uri="{FF2B5EF4-FFF2-40B4-BE49-F238E27FC236}">
                <a16:creationId xmlns:a16="http://schemas.microsoft.com/office/drawing/2014/main" id="{0A8598B2-DFB8-F3D8-4E9F-0677374050A4}"/>
              </a:ext>
            </a:extLst>
          </p:cNvPr>
          <p:cNvGrpSpPr/>
          <p:nvPr/>
        </p:nvGrpSpPr>
        <p:grpSpPr>
          <a:xfrm>
            <a:off x="3657275" y="1451111"/>
            <a:ext cx="45719" cy="246435"/>
            <a:chOff x="2347609" y="1485089"/>
            <a:chExt cx="152400" cy="335231"/>
          </a:xfrm>
        </p:grpSpPr>
        <p:cxnSp>
          <p:nvCxnSpPr>
            <p:cNvPr id="62" name="직선 연결선 61">
              <a:extLst>
                <a:ext uri="{FF2B5EF4-FFF2-40B4-BE49-F238E27FC236}">
                  <a16:creationId xmlns:a16="http://schemas.microsoft.com/office/drawing/2014/main" id="{AB791545-79B3-CA87-7C70-85B8BFBA6ED3}"/>
                </a:ext>
              </a:extLst>
            </p:cNvPr>
            <p:cNvCxnSpPr/>
            <p:nvPr/>
          </p:nvCxnSpPr>
          <p:spPr>
            <a:xfrm flipH="1">
              <a:off x="2347609" y="1485089"/>
              <a:ext cx="149157" cy="182831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직선 연결선 62">
              <a:extLst>
                <a:ext uri="{FF2B5EF4-FFF2-40B4-BE49-F238E27FC236}">
                  <a16:creationId xmlns:a16="http://schemas.microsoft.com/office/drawing/2014/main" id="{88C033EB-6493-6785-D0D1-43FF726AD47F}"/>
                </a:ext>
              </a:extLst>
            </p:cNvPr>
            <p:cNvCxnSpPr>
              <a:cxnSpLocks/>
            </p:cNvCxnSpPr>
            <p:nvPr/>
          </p:nvCxnSpPr>
          <p:spPr>
            <a:xfrm>
              <a:off x="2347609" y="1667920"/>
              <a:ext cx="152400" cy="15240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6" name="그룹 65">
            <a:extLst>
              <a:ext uri="{FF2B5EF4-FFF2-40B4-BE49-F238E27FC236}">
                <a16:creationId xmlns:a16="http://schemas.microsoft.com/office/drawing/2014/main" id="{53780833-9405-936E-D58F-7383C7BDF8F6}"/>
              </a:ext>
            </a:extLst>
          </p:cNvPr>
          <p:cNvGrpSpPr/>
          <p:nvPr/>
        </p:nvGrpSpPr>
        <p:grpSpPr>
          <a:xfrm flipH="1">
            <a:off x="9762995" y="1441386"/>
            <a:ext cx="45719" cy="246435"/>
            <a:chOff x="2347609" y="1485089"/>
            <a:chExt cx="152400" cy="335231"/>
          </a:xfrm>
        </p:grpSpPr>
        <p:cxnSp>
          <p:nvCxnSpPr>
            <p:cNvPr id="67" name="직선 연결선 66">
              <a:extLst>
                <a:ext uri="{FF2B5EF4-FFF2-40B4-BE49-F238E27FC236}">
                  <a16:creationId xmlns:a16="http://schemas.microsoft.com/office/drawing/2014/main" id="{E865F8D7-03BD-313A-4C30-E5A5F37657A6}"/>
                </a:ext>
              </a:extLst>
            </p:cNvPr>
            <p:cNvCxnSpPr/>
            <p:nvPr/>
          </p:nvCxnSpPr>
          <p:spPr>
            <a:xfrm flipH="1">
              <a:off x="2347609" y="1485089"/>
              <a:ext cx="149157" cy="182831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직선 연결선 67">
              <a:extLst>
                <a:ext uri="{FF2B5EF4-FFF2-40B4-BE49-F238E27FC236}">
                  <a16:creationId xmlns:a16="http://schemas.microsoft.com/office/drawing/2014/main" id="{DA0B93C5-79F7-0843-5DA5-99CB8C0120E4}"/>
                </a:ext>
              </a:extLst>
            </p:cNvPr>
            <p:cNvCxnSpPr>
              <a:cxnSpLocks/>
            </p:cNvCxnSpPr>
            <p:nvPr/>
          </p:nvCxnSpPr>
          <p:spPr>
            <a:xfrm>
              <a:off x="2347609" y="1667920"/>
              <a:ext cx="152400" cy="15240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E732F94B-E72F-0CAD-F604-575AC16B9508}"/>
              </a:ext>
            </a:extLst>
          </p:cNvPr>
          <p:cNvSpPr/>
          <p:nvPr/>
        </p:nvSpPr>
        <p:spPr>
          <a:xfrm>
            <a:off x="3636178" y="3159411"/>
            <a:ext cx="1449914" cy="259288"/>
          </a:xfrm>
          <a:prstGeom prst="rect">
            <a:avLst/>
          </a:prstGeom>
          <a:solidFill>
            <a:srgbClr val="9933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chemeClr val="bg2">
                    <a:lumMod val="90000"/>
                  </a:schemeClr>
                </a:solidFill>
              </a:rPr>
              <a:t>RM</a:t>
            </a:r>
            <a:endParaRPr lang="ko-KR" altLang="en-US" sz="1000" b="1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4AF68FED-55C4-4D7F-5432-992E9FDA1016}"/>
              </a:ext>
            </a:extLst>
          </p:cNvPr>
          <p:cNvSpPr/>
          <p:nvPr/>
        </p:nvSpPr>
        <p:spPr>
          <a:xfrm>
            <a:off x="5231148" y="3159411"/>
            <a:ext cx="1449914" cy="259288"/>
          </a:xfrm>
          <a:prstGeom prst="rect">
            <a:avLst/>
          </a:prstGeom>
          <a:solidFill>
            <a:srgbClr val="9933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chemeClr val="bg2">
                    <a:lumMod val="90000"/>
                  </a:schemeClr>
                </a:solidFill>
              </a:rPr>
              <a:t>Jungkook</a:t>
            </a:r>
            <a:endParaRPr lang="ko-KR" altLang="en-US" sz="1000" b="1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C4A3410C-3E02-AC02-A587-48DB217B22AB}"/>
              </a:ext>
            </a:extLst>
          </p:cNvPr>
          <p:cNvSpPr/>
          <p:nvPr/>
        </p:nvSpPr>
        <p:spPr>
          <a:xfrm>
            <a:off x="6826118" y="3159411"/>
            <a:ext cx="1449914" cy="259288"/>
          </a:xfrm>
          <a:prstGeom prst="rect">
            <a:avLst/>
          </a:prstGeom>
          <a:solidFill>
            <a:srgbClr val="9933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chemeClr val="bg2">
                    <a:lumMod val="90000"/>
                  </a:schemeClr>
                </a:solidFill>
              </a:rPr>
              <a:t>V</a:t>
            </a:r>
            <a:endParaRPr lang="ko-KR" altLang="en-US" sz="1000" b="1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39ED8AFF-812D-FF09-4DE1-BD6DB5B4A5F4}"/>
              </a:ext>
            </a:extLst>
          </p:cNvPr>
          <p:cNvSpPr/>
          <p:nvPr/>
        </p:nvSpPr>
        <p:spPr>
          <a:xfrm>
            <a:off x="8421088" y="3159410"/>
            <a:ext cx="1449914" cy="259288"/>
          </a:xfrm>
          <a:prstGeom prst="rect">
            <a:avLst/>
          </a:prstGeom>
          <a:solidFill>
            <a:srgbClr val="9933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chemeClr val="bg2">
                    <a:lumMod val="90000"/>
                  </a:schemeClr>
                </a:solidFill>
              </a:rPr>
              <a:t>Jimin</a:t>
            </a:r>
            <a:endParaRPr lang="ko-KR" altLang="en-US" sz="1000" b="1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3565EB79-4A2B-145E-2CC6-4AED4733BF60}"/>
              </a:ext>
            </a:extLst>
          </p:cNvPr>
          <p:cNvSpPr/>
          <p:nvPr/>
        </p:nvSpPr>
        <p:spPr>
          <a:xfrm>
            <a:off x="3636177" y="3466538"/>
            <a:ext cx="1449914" cy="259288"/>
          </a:xfrm>
          <a:prstGeom prst="rect">
            <a:avLst/>
          </a:prstGeom>
          <a:solidFill>
            <a:srgbClr val="9933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chemeClr val="bg2">
                    <a:lumMod val="90000"/>
                  </a:schemeClr>
                </a:solidFill>
              </a:rPr>
              <a:t>Suga</a:t>
            </a:r>
            <a:endParaRPr lang="ko-KR" altLang="en-US" sz="1000" b="1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BA23EC29-DB58-CF09-2722-EA46791FFDA9}"/>
              </a:ext>
            </a:extLst>
          </p:cNvPr>
          <p:cNvSpPr/>
          <p:nvPr/>
        </p:nvSpPr>
        <p:spPr>
          <a:xfrm>
            <a:off x="5231147" y="3466538"/>
            <a:ext cx="1449914" cy="259288"/>
          </a:xfrm>
          <a:prstGeom prst="rect">
            <a:avLst/>
          </a:prstGeom>
          <a:solidFill>
            <a:srgbClr val="9933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chemeClr val="bg2">
                    <a:lumMod val="90000"/>
                  </a:schemeClr>
                </a:solidFill>
              </a:rPr>
              <a:t>All</a:t>
            </a:r>
            <a:endParaRPr lang="ko-KR" altLang="en-US" sz="1000" b="1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C4F74AE3-6C3B-8437-53F0-575E942C5C1A}"/>
              </a:ext>
            </a:extLst>
          </p:cNvPr>
          <p:cNvSpPr/>
          <p:nvPr/>
        </p:nvSpPr>
        <p:spPr>
          <a:xfrm>
            <a:off x="8421088" y="3466537"/>
            <a:ext cx="1449914" cy="259288"/>
          </a:xfrm>
          <a:prstGeom prst="rect">
            <a:avLst/>
          </a:prstGeom>
          <a:solidFill>
            <a:srgbClr val="9933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chemeClr val="bg2">
                    <a:lumMod val="90000"/>
                  </a:schemeClr>
                </a:solidFill>
              </a:rPr>
              <a:t>J-hope</a:t>
            </a:r>
            <a:endParaRPr lang="ko-KR" altLang="en-US" sz="1000" b="1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A62EFB3A-AFFF-BA7A-5124-2EA1B6617A8F}"/>
              </a:ext>
            </a:extLst>
          </p:cNvPr>
          <p:cNvSpPr/>
          <p:nvPr/>
        </p:nvSpPr>
        <p:spPr>
          <a:xfrm>
            <a:off x="6826117" y="3466538"/>
            <a:ext cx="1449914" cy="259288"/>
          </a:xfrm>
          <a:prstGeom prst="rect">
            <a:avLst/>
          </a:prstGeom>
          <a:solidFill>
            <a:srgbClr val="9933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chemeClr val="bg2">
                    <a:lumMod val="90000"/>
                  </a:schemeClr>
                </a:solidFill>
              </a:rPr>
              <a:t>RM</a:t>
            </a:r>
            <a:endParaRPr lang="ko-KR" altLang="en-US" sz="1000" b="1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57CDEC69-7030-CC70-7889-53649C702408}"/>
              </a:ext>
            </a:extLst>
          </p:cNvPr>
          <p:cNvSpPr/>
          <p:nvPr/>
        </p:nvSpPr>
        <p:spPr>
          <a:xfrm>
            <a:off x="3636178" y="3773665"/>
            <a:ext cx="1449914" cy="259288"/>
          </a:xfrm>
          <a:prstGeom prst="rect">
            <a:avLst/>
          </a:prstGeom>
          <a:solidFill>
            <a:srgbClr val="9933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chemeClr val="bg2">
                    <a:lumMod val="90000"/>
                  </a:schemeClr>
                </a:solidFill>
              </a:rPr>
              <a:t>V</a:t>
            </a:r>
            <a:endParaRPr lang="ko-KR" altLang="en-US" sz="1000" b="1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81" name="직사각형 80">
            <a:extLst>
              <a:ext uri="{FF2B5EF4-FFF2-40B4-BE49-F238E27FC236}">
                <a16:creationId xmlns:a16="http://schemas.microsoft.com/office/drawing/2014/main" id="{EA6170C4-95B7-97A0-55CF-604AFE55DB99}"/>
              </a:ext>
            </a:extLst>
          </p:cNvPr>
          <p:cNvSpPr/>
          <p:nvPr/>
        </p:nvSpPr>
        <p:spPr>
          <a:xfrm>
            <a:off x="5231148" y="3773665"/>
            <a:ext cx="1449914" cy="259288"/>
          </a:xfrm>
          <a:prstGeom prst="rect">
            <a:avLst/>
          </a:prstGeom>
          <a:solidFill>
            <a:srgbClr val="9933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chemeClr val="bg2">
                    <a:lumMod val="90000"/>
                  </a:schemeClr>
                </a:solidFill>
              </a:rPr>
              <a:t>Suga</a:t>
            </a:r>
            <a:endParaRPr lang="ko-KR" altLang="en-US" sz="1000" b="1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B8AE855F-8E2D-CE9B-656E-4508B365C927}"/>
              </a:ext>
            </a:extLst>
          </p:cNvPr>
          <p:cNvSpPr/>
          <p:nvPr/>
        </p:nvSpPr>
        <p:spPr>
          <a:xfrm>
            <a:off x="6826118" y="3773665"/>
            <a:ext cx="1449914" cy="259288"/>
          </a:xfrm>
          <a:prstGeom prst="rect">
            <a:avLst/>
          </a:prstGeom>
          <a:solidFill>
            <a:srgbClr val="9933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chemeClr val="bg2">
                    <a:lumMod val="90000"/>
                  </a:schemeClr>
                </a:solidFill>
              </a:rPr>
              <a:t>Jungkook</a:t>
            </a:r>
            <a:endParaRPr lang="ko-KR" altLang="en-US" sz="1000" b="1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F20BBE9C-E16A-C5F0-F4A6-0ED322221F78}"/>
              </a:ext>
            </a:extLst>
          </p:cNvPr>
          <p:cNvSpPr/>
          <p:nvPr/>
        </p:nvSpPr>
        <p:spPr>
          <a:xfrm>
            <a:off x="8421088" y="3773665"/>
            <a:ext cx="1449914" cy="259288"/>
          </a:xfrm>
          <a:prstGeom prst="rect">
            <a:avLst/>
          </a:prstGeom>
          <a:solidFill>
            <a:srgbClr val="9933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chemeClr val="bg2">
                    <a:lumMod val="90000"/>
                  </a:schemeClr>
                </a:solidFill>
              </a:rPr>
              <a:t>All</a:t>
            </a:r>
            <a:endParaRPr lang="ko-KR" altLang="en-US" sz="1000" b="1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DEC5418B-F319-5530-CF28-2954B1B1B6D5}"/>
              </a:ext>
            </a:extLst>
          </p:cNvPr>
          <p:cNvSpPr/>
          <p:nvPr/>
        </p:nvSpPr>
        <p:spPr>
          <a:xfrm>
            <a:off x="3636177" y="4080792"/>
            <a:ext cx="1449914" cy="259288"/>
          </a:xfrm>
          <a:prstGeom prst="rect">
            <a:avLst/>
          </a:prstGeom>
          <a:solidFill>
            <a:srgbClr val="9933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chemeClr val="bg2">
                    <a:lumMod val="90000"/>
                  </a:schemeClr>
                </a:solidFill>
              </a:rPr>
              <a:t>Jimin</a:t>
            </a:r>
            <a:endParaRPr lang="ko-KR" altLang="en-US" sz="1000" b="1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85" name="직사각형 84">
            <a:extLst>
              <a:ext uri="{FF2B5EF4-FFF2-40B4-BE49-F238E27FC236}">
                <a16:creationId xmlns:a16="http://schemas.microsoft.com/office/drawing/2014/main" id="{2377D01A-9E61-EB17-9D56-39A76DBB7E69}"/>
              </a:ext>
            </a:extLst>
          </p:cNvPr>
          <p:cNvSpPr/>
          <p:nvPr/>
        </p:nvSpPr>
        <p:spPr>
          <a:xfrm>
            <a:off x="5231147" y="4080792"/>
            <a:ext cx="1449914" cy="259288"/>
          </a:xfrm>
          <a:prstGeom prst="rect">
            <a:avLst/>
          </a:prstGeom>
          <a:solidFill>
            <a:srgbClr val="9933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chemeClr val="bg2">
                    <a:lumMod val="90000"/>
                  </a:schemeClr>
                </a:solidFill>
              </a:rPr>
              <a:t>RM</a:t>
            </a:r>
            <a:endParaRPr lang="ko-KR" altLang="en-US" sz="1000" b="1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86" name="직사각형 85">
            <a:extLst>
              <a:ext uri="{FF2B5EF4-FFF2-40B4-BE49-F238E27FC236}">
                <a16:creationId xmlns:a16="http://schemas.microsoft.com/office/drawing/2014/main" id="{6FE6F39E-B0DD-E989-82DD-3EC6E9AF59C6}"/>
              </a:ext>
            </a:extLst>
          </p:cNvPr>
          <p:cNvSpPr/>
          <p:nvPr/>
        </p:nvSpPr>
        <p:spPr>
          <a:xfrm>
            <a:off x="8421088" y="4080791"/>
            <a:ext cx="1449914" cy="259288"/>
          </a:xfrm>
          <a:prstGeom prst="rect">
            <a:avLst/>
          </a:prstGeom>
          <a:solidFill>
            <a:srgbClr val="9933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chemeClr val="bg2">
                    <a:lumMod val="90000"/>
                  </a:schemeClr>
                </a:solidFill>
              </a:rPr>
              <a:t>RM</a:t>
            </a:r>
            <a:endParaRPr lang="ko-KR" altLang="en-US" sz="1000" b="1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87" name="직사각형 86">
            <a:extLst>
              <a:ext uri="{FF2B5EF4-FFF2-40B4-BE49-F238E27FC236}">
                <a16:creationId xmlns:a16="http://schemas.microsoft.com/office/drawing/2014/main" id="{C981BFF3-4EEA-26C4-3268-3F38D191444A}"/>
              </a:ext>
            </a:extLst>
          </p:cNvPr>
          <p:cNvSpPr/>
          <p:nvPr/>
        </p:nvSpPr>
        <p:spPr>
          <a:xfrm>
            <a:off x="6826117" y="4080792"/>
            <a:ext cx="1449914" cy="259288"/>
          </a:xfrm>
          <a:prstGeom prst="rect">
            <a:avLst/>
          </a:prstGeom>
          <a:solidFill>
            <a:srgbClr val="9933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chemeClr val="bg2">
                    <a:lumMod val="90000"/>
                  </a:schemeClr>
                </a:solidFill>
              </a:rPr>
              <a:t>J-hope</a:t>
            </a:r>
            <a:endParaRPr lang="ko-KR" altLang="en-US" sz="1000" b="1" dirty="0">
              <a:solidFill>
                <a:schemeClr val="bg2">
                  <a:lumMod val="90000"/>
                </a:schemeClr>
              </a:solidFill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ED61BD14-4721-C5B1-F5E8-B201D94E939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10884" y="5906880"/>
            <a:ext cx="438211" cy="333422"/>
          </a:xfrm>
          <a:prstGeom prst="rect">
            <a:avLst/>
          </a:prstGeom>
        </p:spPr>
      </p:pic>
      <p:pic>
        <p:nvPicPr>
          <p:cNvPr id="28" name="그래픽 27" descr="마법 지팡이 자동 윤곽선">
            <a:extLst>
              <a:ext uri="{FF2B5EF4-FFF2-40B4-BE49-F238E27FC236}">
                <a16:creationId xmlns:a16="http://schemas.microsoft.com/office/drawing/2014/main" id="{50F080AF-2ADD-6715-C343-6279491FAFF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201697" y="2450197"/>
            <a:ext cx="450717" cy="450717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B18F8969-E07D-6BB8-4D8C-207BE7295497}"/>
              </a:ext>
            </a:extLst>
          </p:cNvPr>
          <p:cNvSpPr txBox="1"/>
          <p:nvPr/>
        </p:nvSpPr>
        <p:spPr>
          <a:xfrm>
            <a:off x="2675113" y="2482887"/>
            <a:ext cx="7328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bg2">
                    <a:lumMod val="90000"/>
                  </a:schemeClr>
                </a:solidFill>
              </a:rPr>
              <a:t>Auto</a:t>
            </a:r>
            <a:endParaRPr lang="ko-KR" altLang="en-US" sz="1200" dirty="0">
              <a:solidFill>
                <a:schemeClr val="bg2">
                  <a:lumMod val="90000"/>
                </a:schemeClr>
              </a:solidFill>
            </a:endParaRPr>
          </a:p>
        </p:txBody>
      </p:sp>
      <p:pic>
        <p:nvPicPr>
          <p:cNvPr id="42" name="그래픽 41" descr="주택 윤곽선">
            <a:extLst>
              <a:ext uri="{FF2B5EF4-FFF2-40B4-BE49-F238E27FC236}">
                <a16:creationId xmlns:a16="http://schemas.microsoft.com/office/drawing/2014/main" id="{CF33641B-33DE-894D-F467-86944D3CA798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220072" y="1897061"/>
            <a:ext cx="457200" cy="457200"/>
          </a:xfrm>
          <a:prstGeom prst="rect">
            <a:avLst/>
          </a:prstGeom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67673555-E10B-8E58-B478-BA778CA33F33}"/>
              </a:ext>
            </a:extLst>
          </p:cNvPr>
          <p:cNvSpPr txBox="1"/>
          <p:nvPr/>
        </p:nvSpPr>
        <p:spPr>
          <a:xfrm>
            <a:off x="2693458" y="1971772"/>
            <a:ext cx="7999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bg2">
                    <a:lumMod val="90000"/>
                  </a:schemeClr>
                </a:solidFill>
              </a:rPr>
              <a:t>Home</a:t>
            </a:r>
            <a:endParaRPr lang="ko-KR" altLang="en-US" sz="1200" dirty="0">
              <a:solidFill>
                <a:schemeClr val="bg2">
                  <a:lumMod val="90000"/>
                </a:schemeClr>
              </a:solidFill>
            </a:endParaRPr>
          </a:p>
        </p:txBody>
      </p:sp>
      <p:pic>
        <p:nvPicPr>
          <p:cNvPr id="45" name="내용 개체 틀 5" descr="배지 등록됨 윤곽선">
            <a:extLst>
              <a:ext uri="{FF2B5EF4-FFF2-40B4-BE49-F238E27FC236}">
                <a16:creationId xmlns:a16="http://schemas.microsoft.com/office/drawing/2014/main" id="{AD316DB9-82AB-6076-3C7F-CDBECCE7A32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227636" y="3028970"/>
            <a:ext cx="449636" cy="449636"/>
          </a:xfr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FA1FEDCC-C186-7D7B-427B-D159D9A04D32}"/>
              </a:ext>
            </a:extLst>
          </p:cNvPr>
          <p:cNvSpPr txBox="1"/>
          <p:nvPr/>
        </p:nvSpPr>
        <p:spPr>
          <a:xfrm>
            <a:off x="2693458" y="3096935"/>
            <a:ext cx="7999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bg2">
                    <a:lumMod val="90000"/>
                  </a:schemeClr>
                </a:solidFill>
              </a:rPr>
              <a:t>Register</a:t>
            </a:r>
            <a:endParaRPr lang="ko-KR" altLang="en-US" sz="1200" dirty="0">
              <a:solidFill>
                <a:schemeClr val="bg2">
                  <a:lumMod val="90000"/>
                </a:schemeClr>
              </a:solidFill>
            </a:endParaRPr>
          </a:p>
        </p:txBody>
      </p:sp>
      <p:pic>
        <p:nvPicPr>
          <p:cNvPr id="48" name="그래픽 47" descr="비트코인 윤곽선">
            <a:extLst>
              <a:ext uri="{FF2B5EF4-FFF2-40B4-BE49-F238E27FC236}">
                <a16:creationId xmlns:a16="http://schemas.microsoft.com/office/drawing/2014/main" id="{2DED7619-DC36-6836-1EFA-4671E8F6AE06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2214666" y="3578599"/>
            <a:ext cx="457200" cy="457200"/>
          </a:xfrm>
          <a:prstGeom prst="rect">
            <a:avLst/>
          </a:prstGeom>
        </p:spPr>
      </p:pic>
      <p:sp>
        <p:nvSpPr>
          <p:cNvPr id="61" name="TextBox 60">
            <a:extLst>
              <a:ext uri="{FF2B5EF4-FFF2-40B4-BE49-F238E27FC236}">
                <a16:creationId xmlns:a16="http://schemas.microsoft.com/office/drawing/2014/main" id="{A5948F14-A38F-961F-4B45-1DE4CFA9F0CB}"/>
              </a:ext>
            </a:extLst>
          </p:cNvPr>
          <p:cNvSpPr txBox="1"/>
          <p:nvPr/>
        </p:nvSpPr>
        <p:spPr>
          <a:xfrm>
            <a:off x="2693458" y="3664381"/>
            <a:ext cx="7999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bg2">
                    <a:lumMod val="90000"/>
                  </a:schemeClr>
                </a:solidFill>
              </a:rPr>
              <a:t>Coin</a:t>
            </a:r>
            <a:endParaRPr lang="ko-KR" altLang="en-US" sz="1200" dirty="0">
              <a:solidFill>
                <a:schemeClr val="bg2">
                  <a:lumMod val="9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27382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834</TotalTime>
  <Words>58</Words>
  <Application>Microsoft Office PowerPoint</Application>
  <PresentationFormat>와이드스크린</PresentationFormat>
  <Paragraphs>53</Paragraphs>
  <Slides>2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6" baseType="lpstr">
      <vt:lpstr>맑은 고딕</vt:lpstr>
      <vt:lpstr>ADLaM Display</vt:lpstr>
      <vt:lpstr>Arial</vt:lpstr>
      <vt:lpstr>Office 테마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장 균은</dc:creator>
  <cp:lastModifiedBy>장 균은</cp:lastModifiedBy>
  <cp:revision>1</cp:revision>
  <dcterms:created xsi:type="dcterms:W3CDTF">2025-04-30T02:42:38Z</dcterms:created>
  <dcterms:modified xsi:type="dcterms:W3CDTF">2025-05-22T08:02:51Z</dcterms:modified>
</cp:coreProperties>
</file>