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장 균은" userId="454ed611-ca30-4098-8f59-2033736d6f3a" providerId="ADAL" clId="{C4D3AA35-7F7E-4BD6-8043-7BE6D08B34E7}"/>
    <pc:docChg chg="custSel addSld modSld">
      <pc:chgData name="장 균은" userId="454ed611-ca30-4098-8f59-2033736d6f3a" providerId="ADAL" clId="{C4D3AA35-7F7E-4BD6-8043-7BE6D08B34E7}" dt="2025-02-03T06:46:36.798" v="5" actId="21"/>
      <pc:docMkLst>
        <pc:docMk/>
      </pc:docMkLst>
      <pc:sldChg chg="addSp delSp modSp new mod">
        <pc:chgData name="장 균은" userId="454ed611-ca30-4098-8f59-2033736d6f3a" providerId="ADAL" clId="{C4D3AA35-7F7E-4BD6-8043-7BE6D08B34E7}" dt="2025-02-03T06:46:36.798" v="5" actId="21"/>
        <pc:sldMkLst>
          <pc:docMk/>
          <pc:sldMk cId="2366464695" sldId="261"/>
        </pc:sldMkLst>
        <pc:spChg chg="del">
          <ac:chgData name="장 균은" userId="454ed611-ca30-4098-8f59-2033736d6f3a" providerId="ADAL" clId="{C4D3AA35-7F7E-4BD6-8043-7BE6D08B34E7}" dt="2025-02-03T06:46:12.373" v="1" actId="478"/>
          <ac:spMkLst>
            <pc:docMk/>
            <pc:sldMk cId="2366464695" sldId="261"/>
            <ac:spMk id="2" creationId="{3F2C76A7-D9C6-10A3-A677-705E313D3B4A}"/>
          </ac:spMkLst>
        </pc:spChg>
        <pc:spChg chg="del">
          <ac:chgData name="장 균은" userId="454ed611-ca30-4098-8f59-2033736d6f3a" providerId="ADAL" clId="{C4D3AA35-7F7E-4BD6-8043-7BE6D08B34E7}" dt="2025-02-03T06:46:12.373" v="1" actId="478"/>
          <ac:spMkLst>
            <pc:docMk/>
            <pc:sldMk cId="2366464695" sldId="261"/>
            <ac:spMk id="3" creationId="{D6BAABD9-208B-D67E-3254-4C317CF27C76}"/>
          </ac:spMkLst>
        </pc:spChg>
        <pc:picChg chg="add del mod">
          <ac:chgData name="장 균은" userId="454ed611-ca30-4098-8f59-2033736d6f3a" providerId="ADAL" clId="{C4D3AA35-7F7E-4BD6-8043-7BE6D08B34E7}" dt="2025-02-03T06:46:36.798" v="5" actId="21"/>
          <ac:picMkLst>
            <pc:docMk/>
            <pc:sldMk cId="2366464695" sldId="261"/>
            <ac:picMk id="5" creationId="{CEF2D082-0392-3E5F-D5CC-4EE2BCD0BF6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61D4E06-332F-674C-1DEA-C7542D540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3427407F-3847-182E-8035-D67464862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00DCEC27-2876-D3EA-B63A-7CF2B296B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D9D0A-1DDC-459E-B690-950E57E8A511}" type="datetimeFigureOut">
              <a:rPr lang="ko-KR" altLang="en-US" smtClean="0"/>
              <a:t>2025-02-08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4AB86EF4-63B1-AE8F-656D-8B21317E9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C585D47-CE76-13BF-A0C2-6413CE759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4904B-539E-499E-BCAC-9E6FD85E2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782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E2A9280-E8BA-6435-FBED-E2C0582E9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AD5CC933-C427-8C36-DFE6-9FA801883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D5441FE5-2B61-B860-C119-9DE3BAD27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D9D0A-1DDC-459E-B690-950E57E8A511}" type="datetimeFigureOut">
              <a:rPr lang="ko-KR" altLang="en-US" smtClean="0"/>
              <a:t>2025-02-08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3406EE16-2C1B-2A09-BF60-12BE25C5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1C680982-94DB-9F77-FF21-708A5020E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4904B-539E-499E-BCAC-9E6FD85E2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475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E1E1C86-2ACB-070A-3B59-7E8F2F394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E504CEC7-1604-1283-1780-EDB064784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AADF2C2E-701E-D55F-6BED-8CE5F401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D9D0A-1DDC-459E-B690-950E57E8A511}" type="datetimeFigureOut">
              <a:rPr lang="ko-KR" altLang="en-US" smtClean="0"/>
              <a:t>2025-02-08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37DFE28A-85B9-4C7D-27B9-6C7FAA585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5E123A2-2650-615F-F690-51AA88DAA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4904B-539E-499E-BCAC-9E6FD85E2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24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42D026A-B8E7-AAEC-53CD-C5EB41D63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39346AF-D8DC-8CB7-BAD0-EE0D02143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EA62DD36-6850-90B7-B775-0221BFD4CE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09D64A88-F6EC-880E-0757-D420B18C4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D9D0A-1DDC-459E-B690-950E57E8A511}" type="datetimeFigureOut">
              <a:rPr lang="ko-KR" altLang="en-US" smtClean="0"/>
              <a:t>2025-02-08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14EE3379-8A3E-EE7D-1D58-33A592364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63ADDC49-0704-35A1-07EC-A7D6ED3CE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4904B-539E-499E-BCAC-9E6FD85E2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955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3B5933E-9FAD-CF98-C49C-BB7FCC62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00A63BA-D920-EABA-9BA0-DCB949237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9D0B0302-269D-AB68-B3DC-9F4DB31AE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24996EF7-A97C-F058-C54C-31371DEE26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59617B50-181F-84BA-18BF-A7A6F0516B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E4DAFB5B-D8BB-5C6B-0492-8DCC0801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D9D0A-1DDC-459E-B690-950E57E8A511}" type="datetimeFigureOut">
              <a:rPr lang="ko-KR" altLang="en-US" smtClean="0"/>
              <a:t>2025-02-08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CE161AD8-5F9B-91B2-1868-CB5011F52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072CCCEE-8827-1B8A-9D34-A004585ED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4904B-539E-499E-BCAC-9E6FD85E2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587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159C157-4C7E-66EA-B00F-73CAFF4AF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18AF9D43-1AB8-C98F-7510-A5422A459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D9D0A-1DDC-459E-B690-950E57E8A511}" type="datetimeFigureOut">
              <a:rPr lang="ko-KR" altLang="en-US" smtClean="0"/>
              <a:t>2025-02-08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BF79CC21-B3C6-34D1-17BD-6A4277675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1713BE43-9CA0-58BF-B707-82261FCFA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4904B-539E-499E-BCAC-9E6FD85E2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032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8DF547F7-7689-D4C6-2FAF-C61CF03FF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D9D0A-1DDC-459E-B690-950E57E8A511}" type="datetimeFigureOut">
              <a:rPr lang="ko-KR" altLang="en-US" smtClean="0"/>
              <a:t>2025-02-08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2D385247-5F3B-14FF-ACDA-6DEBC7897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FB42640A-C941-CFFA-043F-22A4B5678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4904B-539E-499E-BCAC-9E6FD85E2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251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C88DDD8-013C-D70B-1B36-6D4E17E34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58E2540-1A8C-DDFD-5DD8-C9A566B0A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6634D26F-DAC3-2E39-A7EA-A1DA500E80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FF8A7A4F-975D-3859-A0C8-C91F97E6E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D9D0A-1DDC-459E-B690-950E57E8A511}" type="datetimeFigureOut">
              <a:rPr lang="ko-KR" altLang="en-US" smtClean="0"/>
              <a:t>2025-02-08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451C3054-ED1B-D59C-7503-8A9EEB5E0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F4B209F1-7B54-4466-B77E-3A82479BC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4904B-539E-499E-BCAC-9E6FD85E2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57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DB62403-FEDB-61DA-E1C6-B65EE403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D6E87574-9C35-155F-3BEF-2106186533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D5035DA1-0939-1FDA-67C2-DDEEBDBCC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A27C4E18-687E-729E-EE65-671BD51D9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D9D0A-1DDC-459E-B690-950E57E8A511}" type="datetimeFigureOut">
              <a:rPr lang="ko-KR" altLang="en-US" smtClean="0"/>
              <a:t>2025-02-08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8DCD4B9E-474B-22D2-13CC-EB5846AD8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04A816CC-E09E-62A1-92CB-ACED21578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4904B-539E-499E-BCAC-9E6FD85E2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97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19D6D5E-A533-822F-BC1C-23FDD2CB7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25399BB4-1AFD-CA25-F88B-24E3BADAE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64FD9EF-C2D8-514A-2E46-22C08B34C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D9D0A-1DDC-459E-B690-950E57E8A511}" type="datetimeFigureOut">
              <a:rPr lang="ko-KR" altLang="en-US" smtClean="0"/>
              <a:t>2025-02-08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365078A-DBD1-662A-DA89-BD35EEC91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9DCEA48-116F-51A3-5690-C5C4B9CD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4904B-539E-499E-BCAC-9E6FD85E2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1478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74DD6BE1-F1DD-F322-B2CF-3ED1DBB19D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ED9ABCE3-5501-F3B3-C898-59C54E0EE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0F63C255-2B31-E856-9C7D-0BB0D7069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D9D0A-1DDC-459E-B690-950E57E8A511}" type="datetimeFigureOut">
              <a:rPr lang="ko-KR" altLang="en-US" smtClean="0"/>
              <a:t>2025-02-08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D5839BA-6FAE-3487-426A-70EEEDAEE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7A6BBAB9-E4F8-2EFA-F1EB-20960AEFD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4904B-539E-499E-BCAC-9E6FD85E2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63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B5B47621-5508-54AD-9A56-F50DCBB19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54A4FEF-B319-33DF-8DFE-FC8558B96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E03EA5F-1C7C-4DAB-3875-6217BBB003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5D9D0A-1DDC-459E-B690-950E57E8A511}" type="datetimeFigureOut">
              <a:rPr lang="ko-KR" altLang="en-US" smtClean="0"/>
              <a:t>2025-02-08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E13F954-C183-E73D-C86A-CF89A7CC6B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C6064992-5F58-7A63-4DA9-688B022707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84904B-539E-499E-BCAC-9E6FD85E2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666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69EBFAD-37CE-48EB-345E-A220058BA5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571F20EE-4DE9-BC21-2C32-4B46240E83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402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5B6E8E20-7B3F-98A9-0739-846428053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285" y="1673860"/>
            <a:ext cx="7296150" cy="31242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A2D98EB0-FEEE-E8E3-5973-837527872F81}"/>
              </a:ext>
            </a:extLst>
          </p:cNvPr>
          <p:cNvSpPr/>
          <p:nvPr/>
        </p:nvSpPr>
        <p:spPr>
          <a:xfrm>
            <a:off x="5902960" y="3982720"/>
            <a:ext cx="3332480" cy="650240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Customized Track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D925BEA5-1465-4ABF-8F3D-29315491B325}"/>
              </a:ext>
            </a:extLst>
          </p:cNvPr>
          <p:cNvSpPr txBox="1"/>
          <p:nvPr/>
        </p:nvSpPr>
        <p:spPr>
          <a:xfrm>
            <a:off x="2698236" y="4989471"/>
            <a:ext cx="6231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MAP OF THE SOUL: </a:t>
            </a:r>
            <a:r>
              <a:rPr lang="en-US" altLang="ko-KR" sz="1400" dirty="0" smtClean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PERSONA </a:t>
            </a:r>
            <a:r>
              <a:rPr lang="ko-KR" altLang="en-US" sz="1400" dirty="0" smtClean="0">
                <a:latin typeface="ADLaM Display" panose="02010000000000000000" pitchFamily="2" charset="0"/>
                <a:cs typeface="ADLaM Display" panose="02010000000000000000" pitchFamily="2" charset="0"/>
              </a:rPr>
              <a:t>앨범의 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8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번 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Track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은 팬들이 채웁니다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  <a:endParaRPr lang="ko-KR" altLang="en-US" sz="14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3" name="구부러진 연결선 2"/>
          <p:cNvCxnSpPr>
            <a:stCxn id="19" idx="0"/>
            <a:endCxn id="8" idx="2"/>
          </p:cNvCxnSpPr>
          <p:nvPr/>
        </p:nvCxnSpPr>
        <p:spPr>
          <a:xfrm rot="5400000" flipH="1" flipV="1">
            <a:off x="6513402" y="3933673"/>
            <a:ext cx="356511" cy="1755086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58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076B2A31-1ED2-C2F5-ECDA-20ACB6A38209}"/>
              </a:ext>
            </a:extLst>
          </p:cNvPr>
          <p:cNvSpPr/>
          <p:nvPr/>
        </p:nvSpPr>
        <p:spPr>
          <a:xfrm>
            <a:off x="506712" y="1393065"/>
            <a:ext cx="2092960" cy="904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저작권자 </a:t>
            </a:r>
            <a:endParaRPr lang="en-US" altLang="ko-KR" dirty="0"/>
          </a:p>
          <a:p>
            <a:pPr algn="ctr"/>
            <a:r>
              <a:rPr lang="ko-KR" altLang="en-US" dirty="0"/>
              <a:t>제작시스템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3E171370-AF00-66AD-759D-66D1C0ACE03E}"/>
              </a:ext>
            </a:extLst>
          </p:cNvPr>
          <p:cNvSpPr/>
          <p:nvPr/>
        </p:nvSpPr>
        <p:spPr>
          <a:xfrm>
            <a:off x="3417552" y="1393065"/>
            <a:ext cx="2092960" cy="904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소스관리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xmlns="" id="{0FFFE413-4537-7AFE-BF49-D4004DE2DFBC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599672" y="1845185"/>
            <a:ext cx="8178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7182DEC-00F7-B85C-1FF7-5D6BC6A8411F}"/>
              </a:ext>
            </a:extLst>
          </p:cNvPr>
          <p:cNvSpPr txBox="1"/>
          <p:nvPr/>
        </p:nvSpPr>
        <p:spPr>
          <a:xfrm>
            <a:off x="6328392" y="2459122"/>
            <a:ext cx="2092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보컬변경  가능 구간 정보관리</a:t>
            </a:r>
            <a:endParaRPr lang="en-US" altLang="ko-KR" sz="1000" dirty="0"/>
          </a:p>
          <a:p>
            <a:r>
              <a:rPr lang="en-US" altLang="ko-KR" sz="1000" dirty="0"/>
              <a:t>-</a:t>
            </a:r>
            <a:r>
              <a:rPr lang="ko-KR" altLang="en-US" sz="1000" dirty="0"/>
              <a:t>마디</a:t>
            </a:r>
            <a:r>
              <a:rPr lang="en-US" altLang="ko-KR" sz="1000" dirty="0"/>
              <a:t>, Beat, Key</a:t>
            </a:r>
          </a:p>
          <a:p>
            <a:r>
              <a:rPr lang="en-US" altLang="ko-KR" sz="1000" dirty="0"/>
              <a:t>Song Form &amp; Song Structure</a:t>
            </a:r>
            <a:endParaRPr lang="ko-KR" altLang="en-US" sz="1000" dirty="0"/>
          </a:p>
          <a:p>
            <a:r>
              <a:rPr lang="ko-KR" altLang="en-US" sz="1000" dirty="0"/>
              <a:t>보컬 배치 및 점유 비율</a:t>
            </a:r>
            <a:endParaRPr lang="en-US" altLang="ko-KR" sz="1000" dirty="0"/>
          </a:p>
          <a:p>
            <a:r>
              <a:rPr lang="ko-KR" altLang="en-US" sz="1000" dirty="0"/>
              <a:t>조합 </a:t>
            </a:r>
            <a:r>
              <a:rPr lang="en-US" altLang="ko-KR" sz="1000" dirty="0"/>
              <a:t>ID </a:t>
            </a:r>
            <a:r>
              <a:rPr lang="ko-KR" altLang="en-US" sz="1000" dirty="0"/>
              <a:t>생성 및 마스터링</a:t>
            </a:r>
            <a:endParaRPr lang="en-US" altLang="ko-KR" sz="1000" dirty="0"/>
          </a:p>
          <a:p>
            <a:endParaRPr lang="ko-KR" altLang="en-US" sz="10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B7447116-8CBB-5CC7-4D91-0B1ABA8476AE}"/>
              </a:ext>
            </a:extLst>
          </p:cNvPr>
          <p:cNvSpPr/>
          <p:nvPr/>
        </p:nvSpPr>
        <p:spPr>
          <a:xfrm>
            <a:off x="6328392" y="1393065"/>
            <a:ext cx="2092960" cy="904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조합 및 </a:t>
            </a:r>
            <a:r>
              <a:rPr lang="en-US" altLang="ko-KR" dirty="0"/>
              <a:t>Mastering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BC971639-4752-DD8C-2F7F-4C7CF544373C}"/>
              </a:ext>
            </a:extLst>
          </p:cNvPr>
          <p:cNvSpPr/>
          <p:nvPr/>
        </p:nvSpPr>
        <p:spPr>
          <a:xfrm>
            <a:off x="9102072" y="1393065"/>
            <a:ext cx="2092960" cy="904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Distribution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</a:p>
          <a:p>
            <a:pPr algn="ctr"/>
            <a:r>
              <a:rPr lang="en-US" altLang="ko-KR" dirty="0"/>
              <a:t>Play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xmlns="" id="{32655EAC-B0BB-E107-AB68-C16CE9624247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5510512" y="1845185"/>
            <a:ext cx="8178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xmlns="" id="{F36E505E-BD6D-9B13-1EB7-8A8223656E9B}"/>
              </a:ext>
            </a:extLst>
          </p:cNvPr>
          <p:cNvCxnSpPr>
            <a:stCxn id="7" idx="3"/>
          </p:cNvCxnSpPr>
          <p:nvPr/>
        </p:nvCxnSpPr>
        <p:spPr>
          <a:xfrm>
            <a:off x="8421352" y="1845185"/>
            <a:ext cx="812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5889CEE5-CFEC-81D3-DC1F-18F5016868C4}"/>
              </a:ext>
            </a:extLst>
          </p:cNvPr>
          <p:cNvSpPr txBox="1"/>
          <p:nvPr/>
        </p:nvSpPr>
        <p:spPr>
          <a:xfrm>
            <a:off x="3417552" y="2464818"/>
            <a:ext cx="20226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음악소스</a:t>
            </a:r>
            <a:r>
              <a:rPr lang="en-US" altLang="ko-KR" sz="1000" dirty="0"/>
              <a:t>(MR)</a:t>
            </a:r>
          </a:p>
          <a:p>
            <a:r>
              <a:rPr lang="ko-KR" altLang="en-US" sz="1000" dirty="0"/>
              <a:t>보컬소스</a:t>
            </a:r>
            <a:endParaRPr lang="en-US" altLang="ko-KR" sz="1000" dirty="0"/>
          </a:p>
          <a:p>
            <a:r>
              <a:rPr lang="ko-KR" altLang="en-US" sz="1000" dirty="0"/>
              <a:t>소스 분류</a:t>
            </a:r>
            <a:endParaRPr lang="en-US" altLang="ko-KR" sz="1000" dirty="0"/>
          </a:p>
          <a:p>
            <a:r>
              <a:rPr lang="ko-KR" altLang="en-US" sz="1000" dirty="0"/>
              <a:t>메타</a:t>
            </a:r>
            <a:r>
              <a:rPr lang="en-US" altLang="ko-KR" sz="1000" dirty="0"/>
              <a:t> </a:t>
            </a:r>
            <a:r>
              <a:rPr lang="ko-KR" altLang="en-US" sz="1000" dirty="0"/>
              <a:t>정보 관리</a:t>
            </a:r>
            <a:endParaRPr lang="en-US" altLang="ko-KR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32D830B-A92D-0AC0-25BB-63FF8BA5DAA2}"/>
              </a:ext>
            </a:extLst>
          </p:cNvPr>
          <p:cNvSpPr txBox="1"/>
          <p:nvPr/>
        </p:nvSpPr>
        <p:spPr>
          <a:xfrm>
            <a:off x="9056567" y="2411900"/>
            <a:ext cx="2092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스트리밍 플랫폼 음원 공급</a:t>
            </a:r>
            <a:endParaRPr lang="en-US" altLang="ko-KR" sz="1000" dirty="0"/>
          </a:p>
          <a:p>
            <a:r>
              <a:rPr lang="ko-KR" altLang="en-US" sz="1000" dirty="0"/>
              <a:t>플레이리스트</a:t>
            </a:r>
            <a:endParaRPr lang="en-US" altLang="ko-KR" sz="1000" dirty="0"/>
          </a:p>
          <a:p>
            <a:r>
              <a:rPr lang="ko-KR" altLang="en-US" sz="1000" dirty="0"/>
              <a:t>저작권 관리</a:t>
            </a:r>
            <a:endParaRPr lang="en-US" altLang="ko-KR" sz="1000" dirty="0"/>
          </a:p>
          <a:p>
            <a:r>
              <a:rPr lang="ko-KR" altLang="en-US" sz="1000" dirty="0"/>
              <a:t>수익관리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0866670-CE4B-ED8E-C94D-9B8DBB87E2E9}"/>
              </a:ext>
            </a:extLst>
          </p:cNvPr>
          <p:cNvSpPr txBox="1"/>
          <p:nvPr/>
        </p:nvSpPr>
        <p:spPr>
          <a:xfrm>
            <a:off x="5603885" y="933652"/>
            <a:ext cx="3176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보컬 조합 컨텐츠 관리 서버 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FE78C239-63B6-45AB-F411-119284890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2030" y="4896520"/>
            <a:ext cx="3993524" cy="90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464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076B2A31-1ED2-C2F5-ECDA-20ACB6A38209}"/>
              </a:ext>
            </a:extLst>
          </p:cNvPr>
          <p:cNvSpPr/>
          <p:nvPr/>
        </p:nvSpPr>
        <p:spPr>
          <a:xfrm>
            <a:off x="4835584" y="625435"/>
            <a:ext cx="2092960" cy="9042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IP Owner)</a:t>
            </a:r>
            <a:endParaRPr lang="ko-KR" alt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3E171370-AF00-66AD-759D-66D1C0ACE03E}"/>
              </a:ext>
            </a:extLst>
          </p:cNvPr>
          <p:cNvSpPr/>
          <p:nvPr/>
        </p:nvSpPr>
        <p:spPr>
          <a:xfrm>
            <a:off x="4835584" y="2269348"/>
            <a:ext cx="2092960" cy="9042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Dobedub</a:t>
            </a:r>
            <a:endParaRPr lang="ko-KR" alt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7002840" y="884013"/>
            <a:ext cx="28164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ko-KR" sz="1400" b="1" dirty="0" err="1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음원</a:t>
            </a:r>
            <a:r>
              <a:rPr lang="en-US" altLang="ko-KR" sz="1400" b="1" dirty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 IP(Stem </a:t>
            </a:r>
            <a:r>
              <a:rPr lang="en-US" altLang="ko-KR" sz="1400" b="1" dirty="0" err="1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파일</a:t>
            </a:r>
            <a:r>
              <a:rPr lang="en-US" altLang="ko-KR" sz="1400" b="1" dirty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) </a:t>
            </a:r>
            <a:endParaRPr lang="en-US" altLang="ko-KR" sz="1400" b="1" dirty="0" smtClean="0">
              <a:latin typeface="LG Smart UI Regular" panose="020B0500000101010101" pitchFamily="50" charset="-127"/>
              <a:ea typeface="LG Smart UI Regular" panose="020B0500000101010101" pitchFamily="50" charset="-127"/>
              <a:cs typeface="Syne" pitchFamily="34" charset="-12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저</a:t>
            </a:r>
            <a:r>
              <a:rPr lang="en-US" altLang="ko-KR" sz="1400" b="1" dirty="0" err="1" smtClean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작권</a:t>
            </a:r>
            <a:r>
              <a:rPr lang="en-US" altLang="ko-KR" sz="1400" b="1" dirty="0" smtClean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 </a:t>
            </a:r>
            <a:r>
              <a:rPr lang="ko-KR" altLang="en-US" sz="1400" b="1" dirty="0" smtClean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범위</a:t>
            </a:r>
            <a:r>
              <a:rPr lang="en-US" altLang="ko-KR" sz="1400" b="1" dirty="0" smtClean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, </a:t>
            </a:r>
            <a:r>
              <a:rPr lang="ko-KR" altLang="en-US" sz="1400" b="1" dirty="0" smtClean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서비스 및 </a:t>
            </a:r>
            <a:r>
              <a:rPr lang="en-US" altLang="ko-KR" sz="1400" b="1" dirty="0" err="1" smtClean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수익</a:t>
            </a:r>
            <a:r>
              <a:rPr lang="ko-KR" altLang="en-US" sz="1400" b="1" dirty="0" smtClean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구조 </a:t>
            </a:r>
            <a:endParaRPr lang="en-US" altLang="ko-KR" sz="14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7002840" y="2269348"/>
            <a:ext cx="31528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b="1" dirty="0" smtClean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Vocal </a:t>
            </a:r>
            <a:r>
              <a:rPr lang="ko-KR" altLang="en-US" sz="1400" b="1" dirty="0" smtClean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조합 및 </a:t>
            </a:r>
            <a:r>
              <a:rPr lang="en-US" altLang="ko-KR" sz="1400" b="1" dirty="0" smtClean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Mastering</a:t>
            </a:r>
            <a:endParaRPr lang="en-US" altLang="ko-KR" sz="1400" b="1" dirty="0">
              <a:latin typeface="LG Smart UI Regular" panose="020B0500000101010101" pitchFamily="50" charset="-127"/>
              <a:ea typeface="LG Smart UI Regular" panose="020B0500000101010101" pitchFamily="50" charset="-127"/>
              <a:cs typeface="Syne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b="1" dirty="0" smtClean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Customized Track ID </a:t>
            </a:r>
            <a:r>
              <a:rPr lang="ko-KR" altLang="en-US" sz="1400" b="1" dirty="0" smtClean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생성</a:t>
            </a:r>
            <a:endParaRPr lang="en-US" altLang="ko-KR" sz="1400" b="1" dirty="0" smtClean="0">
              <a:latin typeface="LG Smart UI Regular" panose="020B0500000101010101" pitchFamily="50" charset="-127"/>
              <a:ea typeface="LG Smart UI Regular" panose="020B0500000101010101" pitchFamily="50" charset="-127"/>
              <a:cs typeface="Syne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b="1" dirty="0" smtClean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Vocal </a:t>
            </a:r>
            <a:r>
              <a:rPr lang="ko-KR" altLang="en-US" sz="1400" b="1" dirty="0" smtClean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조합 추천 </a:t>
            </a:r>
            <a:r>
              <a:rPr lang="en-US" altLang="ko-KR" sz="1400" b="1" dirty="0" smtClean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 </a:t>
            </a:r>
            <a:endParaRPr lang="en-US" altLang="ko-KR" sz="1400" b="1" dirty="0">
              <a:latin typeface="LG Smart UI Regular" panose="020B0500000101010101" pitchFamily="50" charset="-127"/>
              <a:ea typeface="LG Smart UI Regular" panose="020B0500000101010101" pitchFamily="50" charset="-127"/>
              <a:cs typeface="Syne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b="1" dirty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NFT </a:t>
            </a:r>
            <a:r>
              <a:rPr lang="ko-KR" altLang="en-US" sz="1400" b="1" dirty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생성 </a:t>
            </a:r>
            <a:r>
              <a:rPr lang="en-US" altLang="ko-KR" sz="1400" b="1" dirty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(</a:t>
            </a:r>
            <a:r>
              <a:rPr lang="ko-KR" altLang="en-US" sz="1400" b="1" dirty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블록체인</a:t>
            </a:r>
            <a:r>
              <a:rPr lang="en-US" altLang="ko-KR" sz="1400" b="1" dirty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, </a:t>
            </a:r>
            <a:r>
              <a:rPr lang="ko-KR" altLang="en-US" sz="1400" b="1" dirty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지갑</a:t>
            </a:r>
            <a:r>
              <a:rPr lang="en-US" altLang="ko-KR" sz="1400" b="1" dirty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, </a:t>
            </a:r>
            <a:r>
              <a:rPr lang="ko-KR" altLang="en-US" sz="1400" b="1" dirty="0" err="1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민팅</a:t>
            </a:r>
            <a:r>
              <a:rPr lang="en-US" altLang="ko-KR" sz="1400" b="1" dirty="0" smtClean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) </a:t>
            </a:r>
            <a:endParaRPr lang="en-US" altLang="ko-KR" sz="1400" b="1" dirty="0">
              <a:latin typeface="LG Smart UI Regular" panose="020B0500000101010101" pitchFamily="50" charset="-127"/>
              <a:ea typeface="LG Smart UI Regular" panose="020B0500000101010101" pitchFamily="50" charset="-127"/>
              <a:cs typeface="Syne" pitchFamily="34" charset="-12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3E171370-AF00-66AD-759D-66D1C0ACE03E}"/>
              </a:ext>
            </a:extLst>
          </p:cNvPr>
          <p:cNvSpPr/>
          <p:nvPr/>
        </p:nvSpPr>
        <p:spPr>
          <a:xfrm>
            <a:off x="1897953" y="4027780"/>
            <a:ext cx="2092960" cy="9042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Streaming Platform</a:t>
            </a:r>
            <a:endParaRPr lang="ko-KR" alt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3E171370-AF00-66AD-759D-66D1C0ACE03E}"/>
              </a:ext>
            </a:extLst>
          </p:cNvPr>
          <p:cNvSpPr/>
          <p:nvPr/>
        </p:nvSpPr>
        <p:spPr>
          <a:xfrm>
            <a:off x="4828419" y="4027780"/>
            <a:ext cx="2092960" cy="9042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latin typeface="LG Smart UI Bold" panose="020B0800000101010101" pitchFamily="50" charset="-127"/>
                <a:ea typeface="LG Smart UI Bold" panose="020B0800000101010101" pitchFamily="50" charset="-127"/>
              </a:rPr>
              <a:t>NFT </a:t>
            </a:r>
            <a:r>
              <a:rPr lang="en-US" altLang="ko-KR" sz="16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Marketplace</a:t>
            </a:r>
            <a:endParaRPr lang="ko-KR" alt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3E171370-AF00-66AD-759D-66D1C0ACE03E}"/>
              </a:ext>
            </a:extLst>
          </p:cNvPr>
          <p:cNvSpPr/>
          <p:nvPr/>
        </p:nvSpPr>
        <p:spPr>
          <a:xfrm>
            <a:off x="7719160" y="4027780"/>
            <a:ext cx="2092960" cy="9042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latin typeface="LG Smart UI Bold" panose="020B0800000101010101" pitchFamily="50" charset="-127"/>
                <a:ea typeface="LG Smart UI Bold" panose="020B0800000101010101" pitchFamily="50" charset="-127"/>
              </a:rPr>
              <a:t>Metaverse</a:t>
            </a:r>
            <a:r>
              <a:rPr lang="en-US" altLang="ko-KR" sz="16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 Platform</a:t>
            </a:r>
            <a:endParaRPr lang="ko-KR" alt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cxnSp>
        <p:nvCxnSpPr>
          <p:cNvPr id="24" name="직선 화살표 연결선 23"/>
          <p:cNvCxnSpPr>
            <a:stCxn id="3" idx="2"/>
            <a:endCxn id="4" idx="0"/>
          </p:cNvCxnSpPr>
          <p:nvPr/>
        </p:nvCxnSpPr>
        <p:spPr>
          <a:xfrm>
            <a:off x="5882064" y="1529675"/>
            <a:ext cx="0" cy="739673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stCxn id="4" idx="2"/>
            <a:endCxn id="18" idx="0"/>
          </p:cNvCxnSpPr>
          <p:nvPr/>
        </p:nvCxnSpPr>
        <p:spPr>
          <a:xfrm flipH="1">
            <a:off x="5874899" y="3173588"/>
            <a:ext cx="7165" cy="85419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stCxn id="4" idx="2"/>
            <a:endCxn id="17" idx="0"/>
          </p:cNvCxnSpPr>
          <p:nvPr/>
        </p:nvCxnSpPr>
        <p:spPr>
          <a:xfrm rot="5400000">
            <a:off x="3986153" y="2131869"/>
            <a:ext cx="854192" cy="2937631"/>
          </a:xfrm>
          <a:prstGeom prst="bentConnector3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18" idx="3"/>
            <a:endCxn id="20" idx="1"/>
          </p:cNvCxnSpPr>
          <p:nvPr/>
        </p:nvCxnSpPr>
        <p:spPr>
          <a:xfrm>
            <a:off x="6921379" y="4479900"/>
            <a:ext cx="797781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stCxn id="18" idx="1"/>
            <a:endCxn id="17" idx="3"/>
          </p:cNvCxnSpPr>
          <p:nvPr/>
        </p:nvCxnSpPr>
        <p:spPr>
          <a:xfrm flipH="1">
            <a:off x="3990913" y="4479900"/>
            <a:ext cx="837506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986044" y="4137305"/>
            <a:ext cx="847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100">
                <a:latin typeface="LG Smart UI Bold" panose="020B0800000101010101" pitchFamily="50" charset="-127"/>
                <a:ea typeface="LG Smart UI Bold" panose="020B0800000101010101" pitchFamily="50" charset="-127"/>
              </a:defRPr>
            </a:lvl1pPr>
          </a:lstStyle>
          <a:p>
            <a:r>
              <a:rPr lang="en-US" altLang="ko-KR" sz="1200" dirty="0" smtClean="0"/>
              <a:t>NFT</a:t>
            </a:r>
            <a:endParaRPr lang="ko-KR" altLang="en-US" sz="1200" dirty="0"/>
          </a:p>
        </p:txBody>
      </p:sp>
      <p:sp>
        <p:nvSpPr>
          <p:cNvPr id="42" name="TextBox 41"/>
          <p:cNvSpPr txBox="1"/>
          <p:nvPr/>
        </p:nvSpPr>
        <p:spPr>
          <a:xfrm>
            <a:off x="6871916" y="4134062"/>
            <a:ext cx="847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LG Smart UI Bold" panose="020B0800000101010101" pitchFamily="50" charset="-127"/>
                <a:ea typeface="LG Smart UI Bold" panose="020B0800000101010101" pitchFamily="50" charset="-127"/>
              </a:rPr>
              <a:t>NFT </a:t>
            </a:r>
            <a:endParaRPr lang="ko-KR" altLang="en-US" sz="1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777556" y="3279422"/>
            <a:ext cx="1039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100">
                <a:latin typeface="LG Smart UI Bold" panose="020B0800000101010101" pitchFamily="50" charset="-127"/>
                <a:ea typeface="LG Smart UI Bold" panose="020B0800000101010101" pitchFamily="50" charset="-127"/>
              </a:defRPr>
            </a:lvl1pPr>
          </a:lstStyle>
          <a:p>
            <a:r>
              <a:rPr lang="ko-KR" altLang="en-US" sz="1200" dirty="0" smtClean="0"/>
              <a:t>일반 조합 음원</a:t>
            </a:r>
            <a:endParaRPr lang="ko-KR" altLang="en-US" sz="1200" dirty="0"/>
          </a:p>
        </p:txBody>
      </p:sp>
      <p:sp>
        <p:nvSpPr>
          <p:cNvPr id="45" name="TextBox 44"/>
          <p:cNvSpPr txBox="1"/>
          <p:nvPr/>
        </p:nvSpPr>
        <p:spPr>
          <a:xfrm>
            <a:off x="4835584" y="1624660"/>
            <a:ext cx="1039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smtClean="0">
                <a:latin typeface="LG Smart UI Bold" panose="020B0800000101010101" pitchFamily="50" charset="-127"/>
                <a:ea typeface="LG Smart UI Bold" panose="020B0800000101010101" pitchFamily="50" charset="-127"/>
              </a:rPr>
              <a:t>Source &amp; Metadata</a:t>
            </a:r>
            <a:endParaRPr lang="ko-KR" altLang="en-US" sz="1200" b="1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4816871" y="4990288"/>
            <a:ext cx="21788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b="1" dirty="0" smtClean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등록</a:t>
            </a:r>
            <a:r>
              <a:rPr lang="en-US" altLang="ko-KR" sz="1400" b="1" dirty="0" smtClean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,</a:t>
            </a:r>
            <a:r>
              <a:rPr lang="ko-KR" altLang="en-US" sz="1400" b="1" dirty="0" smtClean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거래</a:t>
            </a:r>
            <a:r>
              <a:rPr lang="en-US" altLang="ko-KR" sz="1400" b="1" dirty="0" smtClean="0">
                <a:latin typeface="LG Smart UI Regular" panose="020B0500000101010101" pitchFamily="50" charset="-127"/>
                <a:ea typeface="LG Smart UI Regular" panose="020B0500000101010101" pitchFamily="50" charset="-127"/>
                <a:cs typeface="Syne" pitchFamily="34" charset="-120"/>
              </a:rPr>
              <a:t> </a:t>
            </a:r>
            <a:endParaRPr lang="en-US" altLang="ko-KR" sz="1400" b="1" dirty="0">
              <a:latin typeface="LG Smart UI Regular" panose="020B0500000101010101" pitchFamily="50" charset="-127"/>
              <a:ea typeface="LG Smart UI Regular" panose="020B0500000101010101" pitchFamily="50" charset="-127"/>
              <a:cs typeface="Syne" pitchFamily="34" charset="-120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1805393" y="5321668"/>
            <a:ext cx="81533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>
                <a:latin typeface="LG Smart UI Bold" panose="020B0800000101010101" pitchFamily="50" charset="-127"/>
                <a:ea typeface="LG Smart UI Bold" panose="020B0800000101010101" pitchFamily="50" charset="-127"/>
              </a:rPr>
              <a:t>* </a:t>
            </a:r>
            <a:r>
              <a:rPr lang="ko-KR" altLang="en-US" sz="1400" dirty="0" smtClean="0">
                <a:latin typeface="LG Smart UI Bold" panose="020B0800000101010101" pitchFamily="50" charset="-127"/>
                <a:ea typeface="LG Smart UI Bold" panose="020B0800000101010101" pitchFamily="50" charset="-127"/>
              </a:rPr>
              <a:t>스트리밍 </a:t>
            </a:r>
            <a:r>
              <a:rPr lang="ko-KR" altLang="en-US" sz="14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플랫폼</a:t>
            </a:r>
            <a:r>
              <a:rPr lang="en-US" altLang="ko-KR" sz="14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, </a:t>
            </a:r>
            <a:r>
              <a:rPr lang="ko-KR" altLang="en-US" sz="14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게임 및 메타버스에서 사용권</a:t>
            </a:r>
            <a:r>
              <a:rPr lang="en-US" altLang="ko-KR" sz="14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(</a:t>
            </a:r>
            <a:r>
              <a:rPr lang="ko-KR" altLang="en-US" sz="14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라이선스</a:t>
            </a:r>
            <a:r>
              <a:rPr lang="en-US" altLang="ko-KR" sz="14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) </a:t>
            </a:r>
            <a:r>
              <a:rPr lang="ko-KR" altLang="en-US" sz="14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관점으로 </a:t>
            </a:r>
            <a:r>
              <a:rPr lang="ko-KR" altLang="en-US" sz="1400" dirty="0" smtClean="0">
                <a:latin typeface="LG Smart UI Bold" panose="020B0800000101010101" pitchFamily="50" charset="-127"/>
                <a:ea typeface="LG Smart UI Bold" panose="020B0800000101010101" pitchFamily="50" charset="-127"/>
              </a:rPr>
              <a:t>제공 </a:t>
            </a:r>
            <a:r>
              <a:rPr lang="en-US" altLang="ko-KR" sz="1400" dirty="0" smtClean="0">
                <a:latin typeface="LG Smart UI Bold" panose="020B0800000101010101" pitchFamily="50" charset="-127"/>
                <a:ea typeface="LG Smart UI Bold" panose="020B0800000101010101" pitchFamily="50" charset="-127"/>
              </a:rPr>
              <a:t>: </a:t>
            </a:r>
            <a:r>
              <a:rPr lang="ko-KR" altLang="en-US" sz="1400" dirty="0" err="1" smtClean="0">
                <a:latin typeface="LG Smart UI Bold" panose="020B0800000101010101" pitchFamily="50" charset="-127"/>
                <a:ea typeface="LG Smart UI Bold" panose="020B0800000101010101" pitchFamily="50" charset="-127"/>
              </a:rPr>
              <a:t>온체인</a:t>
            </a:r>
            <a:r>
              <a:rPr lang="en-US" altLang="ko-KR" sz="1400" dirty="0" smtClean="0">
                <a:latin typeface="LG Smart UI Bold" panose="020B0800000101010101" pitchFamily="50" charset="-127"/>
                <a:ea typeface="LG Smart UI Bold" panose="020B0800000101010101" pitchFamily="50" charset="-127"/>
              </a:rPr>
              <a:t>(Web3)</a:t>
            </a:r>
            <a:r>
              <a:rPr lang="ko-KR" altLang="en-US" sz="1400" dirty="0" smtClean="0">
                <a:latin typeface="LG Smart UI Bold" panose="020B0800000101010101" pitchFamily="50" charset="-127"/>
                <a:ea typeface="LG Smart UI Bold" panose="020B0800000101010101" pitchFamily="50" charset="-127"/>
              </a:rPr>
              <a:t> </a:t>
            </a:r>
            <a:r>
              <a:rPr lang="ko-KR" altLang="en-US" sz="1400" dirty="0">
                <a:latin typeface="LG Smart UI Bold" panose="020B0800000101010101" pitchFamily="50" charset="-127"/>
                <a:ea typeface="LG Smart UI Bold" panose="020B0800000101010101" pitchFamily="50" charset="-127"/>
              </a:rPr>
              <a:t>또는 </a:t>
            </a:r>
            <a:r>
              <a:rPr lang="ko-KR" altLang="en-US" sz="1400" dirty="0" smtClean="0">
                <a:latin typeface="LG Smart UI Bold" panose="020B0800000101010101" pitchFamily="50" charset="-127"/>
                <a:ea typeface="LG Smart UI Bold" panose="020B0800000101010101" pitchFamily="50" charset="-127"/>
              </a:rPr>
              <a:t>오프체인</a:t>
            </a:r>
            <a:r>
              <a:rPr lang="en-US" altLang="ko-KR" sz="1400" dirty="0" smtClean="0">
                <a:latin typeface="LG Smart UI Bold" panose="020B0800000101010101" pitchFamily="50" charset="-127"/>
                <a:ea typeface="LG Smart UI Bold" panose="020B0800000101010101" pitchFamily="50" charset="-127"/>
              </a:rPr>
              <a:t>(Web2)</a:t>
            </a:r>
            <a:endParaRPr lang="ko-KR" alt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8692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88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6651F8DC-6874-F236-F8C1-C9BB5BF66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400175"/>
            <a:ext cx="914400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815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1E11CB38-9E0F-2973-46F9-1CA9116DB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5" y="1109662"/>
            <a:ext cx="9505950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068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75562AA-54D1-5BB1-A7B1-1C9632762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DC659372-FFC9-1DA1-45F6-5A10DB107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DC710669-D62A-82B9-25C7-5BCE3BE66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337" y="1576387"/>
            <a:ext cx="8315325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420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13529</TotalTime>
  <Words>149</Words>
  <Application>Microsoft Office PowerPoint</Application>
  <PresentationFormat>와이드스크린</PresentationFormat>
  <Paragraphs>39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ADLaM Display</vt:lpstr>
      <vt:lpstr>LG Smart UI Bold</vt:lpstr>
      <vt:lpstr>LG Smart UI Regular</vt:lpstr>
      <vt:lpstr>Syne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 균은</dc:creator>
  <cp:lastModifiedBy>Microsoft 계정</cp:lastModifiedBy>
  <cp:revision>11</cp:revision>
  <dcterms:created xsi:type="dcterms:W3CDTF">2025-01-23T09:02:46Z</dcterms:created>
  <dcterms:modified xsi:type="dcterms:W3CDTF">2025-02-09T14:26:02Z</dcterms:modified>
</cp:coreProperties>
</file>