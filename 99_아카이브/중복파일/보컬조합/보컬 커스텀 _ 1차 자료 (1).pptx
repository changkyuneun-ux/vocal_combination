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5" autoAdjust="0"/>
    <p:restoredTop sz="94651"/>
  </p:normalViewPr>
  <p:slideViewPr>
    <p:cSldViewPr snapToGrid="0" showGuides="1">
      <p:cViewPr varScale="1">
        <p:scale>
          <a:sx n="110" d="100"/>
          <a:sy n="110" d="100"/>
        </p:scale>
        <p:origin x="79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10FB20-D641-469B-C9B7-1F1DA9BBA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AA8EA5-6209-1331-91A4-D1E727B9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C7654-A43F-C624-2C38-590184EBB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FA27-6FE9-4B7F-BF53-0A2F45EA8F5B}" type="datetimeFigureOut">
              <a:rPr lang="ko-KR" altLang="en-US" smtClean="0"/>
              <a:t>2026. 5. 31.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C8A718-C695-296B-B878-4906C0512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836303-3A07-4F11-4A79-3EDE024C9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3F15-FC49-4794-920C-C4502DC1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252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DEF4E-4E27-17F4-000E-0633B05A9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BEC797-8ACE-019A-FB3C-86CAA693A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3F628B-53EE-C010-4F99-429CAF4E0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FA27-6FE9-4B7F-BF53-0A2F45EA8F5B}" type="datetimeFigureOut">
              <a:rPr lang="ko-KR" altLang="en-US" smtClean="0"/>
              <a:t>2026. 5. 31.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533873-3E4D-9315-1F83-2248974F8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23C6C-ECAB-F60C-985A-309584416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3F15-FC49-4794-920C-C4502DC1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292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BA4A9-7FF5-DFD5-C902-6854F0489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A55EF0-7B65-8869-C1C9-0C48D021D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3AA4E9-C1C1-8134-BAB1-CE0BB8CB3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FA27-6FE9-4B7F-BF53-0A2F45EA8F5B}" type="datetimeFigureOut">
              <a:rPr lang="ko-KR" altLang="en-US" smtClean="0"/>
              <a:t>2026. 5. 31.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FC959-CAD8-4B25-D8A3-C29C31D72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4AF4CA-0999-CE42-4948-2931ECDA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3F15-FC49-4794-920C-C4502DC1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952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9E28A-466E-4680-E06A-F8D98FC78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7034B3-CDE9-E7D8-30EE-F73697993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D93646-62CD-A69E-8641-67B889423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988682-E080-0AF3-04EF-3DE6240E5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FA27-6FE9-4B7F-BF53-0A2F45EA8F5B}" type="datetimeFigureOut">
              <a:rPr lang="ko-KR" altLang="en-US" smtClean="0"/>
              <a:t>2026. 5. 31.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4F1E39-563B-D613-2034-5AD941C4B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F673C8-14B6-EA00-DF34-5AE9FF137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3F15-FC49-4794-920C-C4502DC1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913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0854D-1975-2EDD-FD37-7C65E4A01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FBD1C9-8938-2BBD-56B7-270478693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FC99AF-8E82-9793-F039-47A03A7B4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4C3485-313F-DC60-548E-5D27BAA69E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F8C54C-C7B0-E40E-6A6B-EC36729DB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F6E10EC-7073-8127-E9C2-3852D9F57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FA27-6FE9-4B7F-BF53-0A2F45EA8F5B}" type="datetimeFigureOut">
              <a:rPr lang="ko-KR" altLang="en-US" smtClean="0"/>
              <a:t>2026. 5. 31.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C7E7741-FEE4-F985-7904-7694D3766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5BD52B5-0E49-4EC4-E2DA-80345233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3F15-FC49-4794-920C-C4502DC1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D3ECD-9965-72FA-1AD7-13656759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23639B4-EC1F-18A3-CD13-B6A60BFD1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FA27-6FE9-4B7F-BF53-0A2F45EA8F5B}" type="datetimeFigureOut">
              <a:rPr lang="ko-KR" altLang="en-US" smtClean="0"/>
              <a:t>2026. 5. 31.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10A529-A1EF-965B-8E60-9F829C0A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3563FF-0011-F1E6-4697-C76E81FB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3F15-FC49-4794-920C-C4502DC1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789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086854-FCCA-8CA2-BE2F-859E400AE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FA27-6FE9-4B7F-BF53-0A2F45EA8F5B}" type="datetimeFigureOut">
              <a:rPr lang="ko-KR" altLang="en-US" smtClean="0"/>
              <a:t>2026. 5. 31.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F4AA69-9080-4C6E-A28F-8B77F95EB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557D94-5D41-F668-C642-6C764CECE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3F15-FC49-4794-920C-C4502DC1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16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8B0DA-EB69-2CF3-7529-9E5739961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2BA28B-1559-A41E-B027-6D65904FF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74445C-17FB-15BB-B567-732ABB94F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CE244F-9E8E-AC64-7A62-246ED5BD2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FA27-6FE9-4B7F-BF53-0A2F45EA8F5B}" type="datetimeFigureOut">
              <a:rPr lang="ko-KR" altLang="en-US" smtClean="0"/>
              <a:t>2026. 5. 31.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E6CAA0-F2D1-4750-4CEF-0070160DF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01B56D-6327-B3C3-CC8B-4BB2556DB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3F15-FC49-4794-920C-C4502DC1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225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4F5B3C-813B-EAAB-7048-BBF1A340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9B9A75B-B673-0A11-CC58-31D1104237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069CEA-77EB-126F-A775-DF1C7DDAF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5606B8-C18A-6274-7534-0B6F9D67B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FA27-6FE9-4B7F-BF53-0A2F45EA8F5B}" type="datetimeFigureOut">
              <a:rPr lang="ko-KR" altLang="en-US" smtClean="0"/>
              <a:t>2026. 5. 31.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D66B3A-2E4F-5209-B54B-FA3DBB575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8D4FA2-5A7F-4382-B6A0-E833E1D68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3F15-FC49-4794-920C-C4502DC1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66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920B1-2079-AAD3-7EF4-5A363DB32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AE422C-B3C5-7D81-8125-88BA56A67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32CAF7-F742-1FC3-B96E-2E4C064EC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FA27-6FE9-4B7F-BF53-0A2F45EA8F5B}" type="datetimeFigureOut">
              <a:rPr lang="ko-KR" altLang="en-US" smtClean="0"/>
              <a:t>2026. 5. 31.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27B4C-3659-0CF7-FF90-F6E7B4596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EEFFBE-3B58-1A14-0BAD-9BBF59A55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3F15-FC49-4794-920C-C4502DC1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14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3A5E765-C045-C2F1-526F-056D974A21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9010FF-7F0C-7ED2-5128-B9D2021E6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CE43DF-74E1-778F-B261-29FFE86C0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FA27-6FE9-4B7F-BF53-0A2F45EA8F5B}" type="datetimeFigureOut">
              <a:rPr lang="ko-KR" altLang="en-US" smtClean="0"/>
              <a:t>2026. 5. 31.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AF8F46-A99C-C7C5-32DF-BE0D1E86C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D69584-0B4D-B04F-0A73-F75C1483F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3F15-FC49-4794-920C-C4502DC1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28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5522573-F788-7590-F07A-301A80189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BCBA0E-B2F8-5A41-AD3B-EDA72B8DA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72FB24-0B33-259E-81F4-8329B85F6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59FA27-6FE9-4B7F-BF53-0A2F45EA8F5B}" type="datetimeFigureOut">
              <a:rPr lang="ko-KR" altLang="en-US" smtClean="0"/>
              <a:t>2026. 5. 31.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B2DD7E-D0BE-1646-9AD8-C2BE1396E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D1EB03-E249-DDB6-61D4-C463F780C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963F15-FC49-4794-920C-C4502DC1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9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35A23CA-E3EA-1DB8-8E3D-C403508AE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70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B6A8E-E8CD-3277-F085-0C44F6603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D9CA6A7-16DD-2C9C-E54E-109FE35D5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40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0D4DA-DA27-ADD2-BD64-A2684057D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5C3A4CA-5B26-7886-43B9-C27765A9D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710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E4923-A145-9138-44E3-048F6EB20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849B8B6-A135-1DBD-0FE7-5E7DF2C7C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211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서 민기</dc:creator>
  <cp:lastModifiedBy>장 균은</cp:lastModifiedBy>
  <cp:revision>1</cp:revision>
  <dcterms:created xsi:type="dcterms:W3CDTF">2026-05-30T09:37:52Z</dcterms:created>
  <dcterms:modified xsi:type="dcterms:W3CDTF">2026-05-31T03:35:19Z</dcterms:modified>
</cp:coreProperties>
</file>