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DC167-BB0F-4FBF-90C1-91C39E43BFB1}" v="1" dt="2025-05-22T07:51:58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장 균은" userId="454ed611-ca30-4098-8f59-2033736d6f3a" providerId="ADAL" clId="{64ADC167-BB0F-4FBF-90C1-91C39E43BFB1}"/>
    <pc:docChg chg="custSel modSld">
      <pc:chgData name="장 균은" userId="454ed611-ca30-4098-8f59-2033736d6f3a" providerId="ADAL" clId="{64ADC167-BB0F-4FBF-90C1-91C39E43BFB1}" dt="2025-05-22T07:55:56.602" v="8" actId="478"/>
      <pc:docMkLst>
        <pc:docMk/>
      </pc:docMkLst>
      <pc:sldChg chg="modSp mod">
        <pc:chgData name="장 균은" userId="454ed611-ca30-4098-8f59-2033736d6f3a" providerId="ADAL" clId="{64ADC167-BB0F-4FBF-90C1-91C39E43BFB1}" dt="2025-05-09T04:30:09.811" v="0" actId="1076"/>
        <pc:sldMkLst>
          <pc:docMk/>
          <pc:sldMk cId="3460195971" sldId="257"/>
        </pc:sldMkLst>
        <pc:picChg chg="mod">
          <ac:chgData name="장 균은" userId="454ed611-ca30-4098-8f59-2033736d6f3a" providerId="ADAL" clId="{64ADC167-BB0F-4FBF-90C1-91C39E43BFB1}" dt="2025-05-09T04:30:09.811" v="0" actId="1076"/>
          <ac:picMkLst>
            <pc:docMk/>
            <pc:sldMk cId="3460195971" sldId="257"/>
            <ac:picMk id="5" creationId="{F4774A3A-783B-B763-4EFD-C7304960E5B5}"/>
          </ac:picMkLst>
        </pc:picChg>
      </pc:sldChg>
      <pc:sldChg chg="addSp modSp mod">
        <pc:chgData name="장 균은" userId="454ed611-ca30-4098-8f59-2033736d6f3a" providerId="ADAL" clId="{64ADC167-BB0F-4FBF-90C1-91C39E43BFB1}" dt="2025-05-22T07:34:58.642" v="4" actId="1076"/>
        <pc:sldMkLst>
          <pc:docMk/>
          <pc:sldMk cId="2116462670" sldId="258"/>
        </pc:sldMkLst>
        <pc:picChg chg="add mod">
          <ac:chgData name="장 균은" userId="454ed611-ca30-4098-8f59-2033736d6f3a" providerId="ADAL" clId="{64ADC167-BB0F-4FBF-90C1-91C39E43BFB1}" dt="2025-05-22T07:34:46.913" v="2" actId="1076"/>
          <ac:picMkLst>
            <pc:docMk/>
            <pc:sldMk cId="2116462670" sldId="258"/>
            <ac:picMk id="6" creationId="{C9CDB5E4-FA0E-7F9F-3219-B20E6962212D}"/>
          </ac:picMkLst>
        </pc:picChg>
        <pc:picChg chg="add mod">
          <ac:chgData name="장 균은" userId="454ed611-ca30-4098-8f59-2033736d6f3a" providerId="ADAL" clId="{64ADC167-BB0F-4FBF-90C1-91C39E43BFB1}" dt="2025-05-22T07:34:58.642" v="4" actId="1076"/>
          <ac:picMkLst>
            <pc:docMk/>
            <pc:sldMk cId="2116462670" sldId="258"/>
            <ac:picMk id="8" creationId="{3B73B0E2-2954-A703-6ADA-FBB1DB3D9757}"/>
          </ac:picMkLst>
        </pc:picChg>
      </pc:sldChg>
      <pc:sldChg chg="addSp delSp modSp mod">
        <pc:chgData name="장 균은" userId="454ed611-ca30-4098-8f59-2033736d6f3a" providerId="ADAL" clId="{64ADC167-BB0F-4FBF-90C1-91C39E43BFB1}" dt="2025-05-22T07:55:56.602" v="8" actId="478"/>
        <pc:sldMkLst>
          <pc:docMk/>
          <pc:sldMk cId="1937404912" sldId="262"/>
        </pc:sldMkLst>
        <pc:spChg chg="del">
          <ac:chgData name="장 균은" userId="454ed611-ca30-4098-8f59-2033736d6f3a" providerId="ADAL" clId="{64ADC167-BB0F-4FBF-90C1-91C39E43BFB1}" dt="2025-05-22T07:51:58.098" v="6" actId="931"/>
          <ac:spMkLst>
            <pc:docMk/>
            <pc:sldMk cId="1937404912" sldId="262"/>
            <ac:spMk id="3" creationId="{C5714478-2EC9-94D2-01E9-C0C006BABC41}"/>
          </ac:spMkLst>
        </pc:spChg>
        <pc:spChg chg="add del mod">
          <ac:chgData name="장 균은" userId="454ed611-ca30-4098-8f59-2033736d6f3a" providerId="ADAL" clId="{64ADC167-BB0F-4FBF-90C1-91C39E43BFB1}" dt="2025-05-22T07:55:56.602" v="8" actId="478"/>
          <ac:spMkLst>
            <pc:docMk/>
            <pc:sldMk cId="1937404912" sldId="262"/>
            <ac:spMk id="8" creationId="{F05067BF-44D6-E71D-76FF-64675B9330F0}"/>
          </ac:spMkLst>
        </pc:spChg>
        <pc:picChg chg="mod">
          <ac:chgData name="장 균은" userId="454ed611-ca30-4098-8f59-2033736d6f3a" providerId="ADAL" clId="{64ADC167-BB0F-4FBF-90C1-91C39E43BFB1}" dt="2025-05-22T07:44:26.915" v="5" actId="1076"/>
          <ac:picMkLst>
            <pc:docMk/>
            <pc:sldMk cId="1937404912" sldId="262"/>
            <ac:picMk id="5" creationId="{7162DDA2-6E64-FE27-607B-061E847C5FA6}"/>
          </ac:picMkLst>
        </pc:picChg>
        <pc:picChg chg="add del mod">
          <ac:chgData name="장 균은" userId="454ed611-ca30-4098-8f59-2033736d6f3a" providerId="ADAL" clId="{64ADC167-BB0F-4FBF-90C1-91C39E43BFB1}" dt="2025-05-22T07:52:02.267" v="7" actId="21"/>
          <ac:picMkLst>
            <pc:docMk/>
            <pc:sldMk cId="1937404912" sldId="262"/>
            <ac:picMk id="6" creationId="{AD316DB9-82AB-6076-3C7F-CDBECCE7A3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82CA0-194C-B3EF-2B26-8E4FF4CCB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B70156-B84F-86FB-CC5E-6291D0C6D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DB3DD-5930-EB76-E5E8-CC52AF82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461F7-57CF-3FA4-3E23-A6501EFB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85033A-52D1-7815-FF50-80CED855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19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8AB8F-048E-9872-BC61-9644AE46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A995E-9940-8A88-857D-FE3BB8DB8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D5594F-6A81-5261-3D41-4AB57955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47FF08-688A-25AF-2629-07888354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5BE983-0437-8EEF-66E0-29BD3C84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5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B8E07-56C1-C724-F4B5-A795BD38A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2C58DF-DA25-0855-FACF-B05ED8665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8CC7C-BA7D-A49B-DB57-E7E61AA9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ED7624-493C-701E-0942-F8C62E36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121D94-77B0-A956-B5D4-9F101343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09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F2A64-1906-6001-50AD-3C830579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6770A-9058-EC1C-4B04-B09C90566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C4F90-8794-E99A-0DF4-68E2A8023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73C170-B231-E5C6-ADCB-0CAF1E35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40CF80-1AFF-5888-2E77-3E9A8F31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F5119E-6515-6542-688C-9CD60F47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26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D384E-A578-1F8C-4FD6-6504DD29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EF8B5B-7D95-7543-F4E4-D13DDA295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78331-D553-FDDC-2D83-E4E369A2C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23162C-3456-69E4-B8FA-106E89EB1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F49EEC-0839-633C-4DC1-8AF0EC252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249619-911B-B3D2-385B-BC86BB4E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3878EB-D1CE-66A9-8F76-AC762711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53DBE1-4C91-89E1-30F2-60EB1D03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0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13303-C79E-4C75-0D12-8984FDB3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415C95-B8BB-499A-F4CC-65483461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3ADC5C-2A56-3EE1-070F-904CA315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158ABE-0C75-549C-794C-2E24A941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9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0BDF58-109A-FF35-3651-C02C210C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CA8B71-BDD1-7D46-FA34-DFCC1D6D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DE081-433C-4636-7CCE-956FE7A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6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41FE7-190E-F25B-C91C-38584216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145610-3BE5-5FB9-699E-BA784860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D70C60-2B09-416C-3691-A34390517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DE280F-0F36-7F29-793B-5DA39CCE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B35093-F4F9-CF50-9AAA-F9F95167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E71654-2892-3B2D-44CA-33881B8C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01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2E94C-FDA1-B54B-2778-93C60148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1B82BF-91E9-9932-AAD1-96C83D7A4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48F1F1-1BBA-0D75-7E9B-49B4974B0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17812C-FBC6-49B3-E153-9B1AB5D3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FBAEE6-5ED7-8E8E-3524-FA6CD1D3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C843DE-0BCD-3CB6-9A65-F0551EF4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83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BCD6D-8165-C721-DB02-DBC61BA7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617DD0-3795-0D93-0E9C-B63E87A4F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C1531-EC4C-F4E2-0297-5836F91A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C5F61-A159-5129-D3E0-F225A572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844D6-823E-FACD-FE59-682C9A07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0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22760C-B87F-F9E0-1D54-B74139D7B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799E7A-B65A-E68E-7C7A-48AD9EAB6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F31D13-0C40-CE26-8B7B-2F07FA77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B2CCEB-BF50-5C22-E38C-390A78C6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03EA5A-477E-5AE2-2E6A-E415884C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50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605432-0ACC-81D1-3FBE-0AA360B6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6BD005-37CA-6D57-2215-45CB3B90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24E27-1CAB-C2CA-5CF2-08EA9E5F2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5BE09-64D1-4B83-A387-D097A12F7550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C213C-15D4-B51F-A971-B498F9185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78FE38-FC49-26FE-700B-4CDE3B4B8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7F989-696A-44CA-875E-AAB125E23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08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09A30B7-5FCE-FC84-C93E-DACE6333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283"/>
            <a:ext cx="12192000" cy="58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693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23552-854B-5EF9-2EAA-6B3F89B2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81024-936F-61D4-EAE5-A871A75F5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774A3A-783B-B763-4EFD-C7304960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185"/>
            <a:ext cx="12192000" cy="63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9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3E9B8-1354-80F5-A99D-9F4D4D2C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4E21B-7E56-C927-BB1E-9939A4DF9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4E4479-BB6E-9AE9-302B-8A03E642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89"/>
            <a:ext cx="12192000" cy="67604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CDB5E4-FA0E-7F9F-3219-B20E69622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652" y="4187535"/>
            <a:ext cx="1047896" cy="2857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B73B0E2-2954-A703-6ADA-FBB1DB3D9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652" y="4206588"/>
            <a:ext cx="562053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6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20BE6-27C4-8BD7-F6DC-EF51CE27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4D4F6-91AB-220B-6415-7111C2EE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51507F-29D3-F530-5C6A-251BBCF9D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17"/>
            <a:ext cx="12192000" cy="62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82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7EBE3-E321-0059-FC4A-B93C4513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1EFAA-D429-411A-959E-6B805523B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EB8160-2B80-DCBD-E240-85D7EB4E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785"/>
            <a:ext cx="12192000" cy="607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1BFE4-143F-C27A-A29E-6E25E26F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62DDA2-6E64-FE27-607B-061E847C5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09" y="220824"/>
            <a:ext cx="12192000" cy="60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0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217EF-C8B7-B95E-7007-8AD966F8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709DC-0A40-E45B-2867-1E6077DDA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9F2E6B-DEC8-BE24-8F13-5F758169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5782"/>
            <a:ext cx="12192000" cy="508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6FF9E-22FB-24B6-52FC-FF5C4DD5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75950-AA8E-2B16-9B0C-346286934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30A081-F961-EDDB-F2A4-BA80FE5C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9" y="285311"/>
            <a:ext cx="7106642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1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40E30-5917-D3E7-6048-EA5B5E2F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85E8C7-C535-53B4-33A6-3D8AE0386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12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0B3F8-2530-6EF8-655B-5837EB51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A56F1-B727-4CDF-4F46-AB3FAED1C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5F1DE8-B845-8927-DE24-260E2A382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203"/>
            <a:ext cx="12192000" cy="634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2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 균은</dc:creator>
  <cp:lastModifiedBy>장 균은</cp:lastModifiedBy>
  <cp:revision>1</cp:revision>
  <dcterms:created xsi:type="dcterms:W3CDTF">2025-04-29T01:52:58Z</dcterms:created>
  <dcterms:modified xsi:type="dcterms:W3CDTF">2025-05-22T07:56:05Z</dcterms:modified>
</cp:coreProperties>
</file>