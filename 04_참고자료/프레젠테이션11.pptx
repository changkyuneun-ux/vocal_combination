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1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91A02-7794-4315-B164-EE1BFAFF3DAC}" v="312" dt="2025-03-06T05:32:02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 균은" userId="454ed611-ca30-4098-8f59-2033736d6f3a" providerId="ADAL" clId="{47A91A02-7794-4315-B164-EE1BFAFF3DAC}"/>
    <pc:docChg chg="undo custSel addSld modSld">
      <pc:chgData name="장 균은" userId="454ed611-ca30-4098-8f59-2033736d6f3a" providerId="ADAL" clId="{47A91A02-7794-4315-B164-EE1BFAFF3DAC}" dt="2025-03-06T05:32:02.479" v="4082"/>
      <pc:docMkLst>
        <pc:docMk/>
      </pc:docMkLst>
      <pc:sldChg chg="addSp delSp modSp mod">
        <pc:chgData name="장 균은" userId="454ed611-ca30-4098-8f59-2033736d6f3a" providerId="ADAL" clId="{47A91A02-7794-4315-B164-EE1BFAFF3DAC}" dt="2025-03-04T02:08:40.553" v="328" actId="1076"/>
        <pc:sldMkLst>
          <pc:docMk/>
          <pc:sldMk cId="23930741" sldId="257"/>
        </pc:sldMkLst>
        <pc:spChg chg="add mod">
          <ac:chgData name="장 균은" userId="454ed611-ca30-4098-8f59-2033736d6f3a" providerId="ADAL" clId="{47A91A02-7794-4315-B164-EE1BFAFF3DAC}" dt="2025-03-04T02:08:40.553" v="328" actId="1076"/>
          <ac:spMkLst>
            <pc:docMk/>
            <pc:sldMk cId="23930741" sldId="257"/>
            <ac:spMk id="2" creationId="{AE19F5FE-0082-91FF-45AE-3C9D6B5AA7E4}"/>
          </ac:spMkLst>
        </pc:spChg>
        <pc:spChg chg="add mod">
          <ac:chgData name="장 균은" userId="454ed611-ca30-4098-8f59-2033736d6f3a" providerId="ADAL" clId="{47A91A02-7794-4315-B164-EE1BFAFF3DAC}" dt="2025-03-04T02:08:40.553" v="328" actId="1076"/>
          <ac:spMkLst>
            <pc:docMk/>
            <pc:sldMk cId="23930741" sldId="257"/>
            <ac:spMk id="3" creationId="{D4E0DFD6-2629-EDF7-4422-3A04A70335AE}"/>
          </ac:spMkLst>
        </pc:spChg>
        <pc:spChg chg="add mod">
          <ac:chgData name="장 균은" userId="454ed611-ca30-4098-8f59-2033736d6f3a" providerId="ADAL" clId="{47A91A02-7794-4315-B164-EE1BFAFF3DAC}" dt="2025-03-04T02:08:40.553" v="328" actId="1076"/>
          <ac:spMkLst>
            <pc:docMk/>
            <pc:sldMk cId="23930741" sldId="257"/>
            <ac:spMk id="4" creationId="{416E6610-B4F3-F63A-E7D7-B3A779875C7B}"/>
          </ac:spMkLst>
        </pc:spChg>
        <pc:spChg chg="add mod">
          <ac:chgData name="장 균은" userId="454ed611-ca30-4098-8f59-2033736d6f3a" providerId="ADAL" clId="{47A91A02-7794-4315-B164-EE1BFAFF3DAC}" dt="2025-03-04T02:08:40.553" v="328" actId="1076"/>
          <ac:spMkLst>
            <pc:docMk/>
            <pc:sldMk cId="23930741" sldId="257"/>
            <ac:spMk id="6" creationId="{E1AB7988-63AB-C24C-CB69-2D35BCBB2681}"/>
          </ac:spMkLst>
        </pc:spChg>
      </pc:sldChg>
      <pc:sldChg chg="addSp delSp modSp new mod">
        <pc:chgData name="장 균은" userId="454ed611-ca30-4098-8f59-2033736d6f3a" providerId="ADAL" clId="{47A91A02-7794-4315-B164-EE1BFAFF3DAC}" dt="2025-03-05T04:54:49.028" v="713" actId="1076"/>
        <pc:sldMkLst>
          <pc:docMk/>
          <pc:sldMk cId="3959842474" sldId="258"/>
        </pc:sldMkLst>
        <pc:spChg chg="del">
          <ac:chgData name="장 균은" userId="454ed611-ca30-4098-8f59-2033736d6f3a" providerId="ADAL" clId="{47A91A02-7794-4315-B164-EE1BFAFF3DAC}" dt="2025-03-05T01:59:05.675" v="330" actId="478"/>
          <ac:spMkLst>
            <pc:docMk/>
            <pc:sldMk cId="3959842474" sldId="258"/>
            <ac:spMk id="2" creationId="{D8A33EAE-0C98-74E5-BC00-B291B4160CD7}"/>
          </ac:spMkLst>
        </pc:spChg>
        <pc:spChg chg="del">
          <ac:chgData name="장 균은" userId="454ed611-ca30-4098-8f59-2033736d6f3a" providerId="ADAL" clId="{47A91A02-7794-4315-B164-EE1BFAFF3DAC}" dt="2025-03-05T01:59:05.675" v="330" actId="478"/>
          <ac:spMkLst>
            <pc:docMk/>
            <pc:sldMk cId="3959842474" sldId="258"/>
            <ac:spMk id="3" creationId="{37DA47B7-414B-8ECE-8E22-B17CBEDB27C1}"/>
          </ac:spMkLst>
        </pc:spChg>
        <pc:spChg chg="add mod">
          <ac:chgData name="장 균은" userId="454ed611-ca30-4098-8f59-2033736d6f3a" providerId="ADAL" clId="{47A91A02-7794-4315-B164-EE1BFAFF3DAC}" dt="2025-03-05T02:52:29.571" v="641" actId="14100"/>
          <ac:spMkLst>
            <pc:docMk/>
            <pc:sldMk cId="3959842474" sldId="258"/>
            <ac:spMk id="4" creationId="{59FCBE2E-E7A1-5D23-E6E8-8DC674A7E42B}"/>
          </ac:spMkLst>
        </pc:spChg>
        <pc:spChg chg="add mod">
          <ac:chgData name="장 균은" userId="454ed611-ca30-4098-8f59-2033736d6f3a" providerId="ADAL" clId="{47A91A02-7794-4315-B164-EE1BFAFF3DAC}" dt="2025-03-05T02:52:29.571" v="641" actId="14100"/>
          <ac:spMkLst>
            <pc:docMk/>
            <pc:sldMk cId="3959842474" sldId="258"/>
            <ac:spMk id="5" creationId="{D9B2B349-6FD7-A2F7-A150-A9B9DE1B5EF9}"/>
          </ac:spMkLst>
        </pc:spChg>
        <pc:spChg chg="add mod">
          <ac:chgData name="장 균은" userId="454ed611-ca30-4098-8f59-2033736d6f3a" providerId="ADAL" clId="{47A91A02-7794-4315-B164-EE1BFAFF3DAC}" dt="2025-03-05T04:54:49.028" v="713" actId="1076"/>
          <ac:spMkLst>
            <pc:docMk/>
            <pc:sldMk cId="3959842474" sldId="258"/>
            <ac:spMk id="6" creationId="{C9E5D01A-6F70-F6FD-617E-5308181D6090}"/>
          </ac:spMkLst>
        </pc:spChg>
        <pc:spChg chg="add mod">
          <ac:chgData name="장 균은" userId="454ed611-ca30-4098-8f59-2033736d6f3a" providerId="ADAL" clId="{47A91A02-7794-4315-B164-EE1BFAFF3DAC}" dt="2025-03-05T02:49:06.876" v="408" actId="1076"/>
          <ac:spMkLst>
            <pc:docMk/>
            <pc:sldMk cId="3959842474" sldId="258"/>
            <ac:spMk id="7" creationId="{561415F4-D4AE-8FA5-12A7-6B7A34ECA7C8}"/>
          </ac:spMkLst>
        </pc:spChg>
        <pc:spChg chg="add mod">
          <ac:chgData name="장 균은" userId="454ed611-ca30-4098-8f59-2033736d6f3a" providerId="ADAL" clId="{47A91A02-7794-4315-B164-EE1BFAFF3DAC}" dt="2025-03-05T02:49:06.876" v="408" actId="1076"/>
          <ac:spMkLst>
            <pc:docMk/>
            <pc:sldMk cId="3959842474" sldId="258"/>
            <ac:spMk id="8" creationId="{06D8FAE5-CB47-0AB8-6821-1C0C2A93C1EC}"/>
          </ac:spMkLst>
        </pc:spChg>
        <pc:spChg chg="add mod">
          <ac:chgData name="장 균은" userId="454ed611-ca30-4098-8f59-2033736d6f3a" providerId="ADAL" clId="{47A91A02-7794-4315-B164-EE1BFAFF3DAC}" dt="2025-03-05T02:52:29.571" v="641" actId="14100"/>
          <ac:spMkLst>
            <pc:docMk/>
            <pc:sldMk cId="3959842474" sldId="258"/>
            <ac:spMk id="9" creationId="{7ED5A121-E46F-7B18-0A39-E8FAF18AF06B}"/>
          </ac:spMkLst>
        </pc:spChg>
        <pc:spChg chg="add mod">
          <ac:chgData name="장 균은" userId="454ed611-ca30-4098-8f59-2033736d6f3a" providerId="ADAL" clId="{47A91A02-7794-4315-B164-EE1BFAFF3DAC}" dt="2025-03-05T02:52:29.571" v="641" actId="14100"/>
          <ac:spMkLst>
            <pc:docMk/>
            <pc:sldMk cId="3959842474" sldId="258"/>
            <ac:spMk id="10" creationId="{8C9FF0E7-A4AA-CD18-B16B-9E3C3E03D27D}"/>
          </ac:spMkLst>
        </pc:spChg>
        <pc:spChg chg="add mod">
          <ac:chgData name="장 균은" userId="454ed611-ca30-4098-8f59-2033736d6f3a" providerId="ADAL" clId="{47A91A02-7794-4315-B164-EE1BFAFF3DAC}" dt="2025-03-05T02:53:36.351" v="693" actId="14100"/>
          <ac:spMkLst>
            <pc:docMk/>
            <pc:sldMk cId="3959842474" sldId="258"/>
            <ac:spMk id="11" creationId="{89B5FD0A-2827-1DAE-F116-1CA931C53F05}"/>
          </ac:spMkLst>
        </pc:spChg>
        <pc:spChg chg="add mod">
          <ac:chgData name="장 균은" userId="454ed611-ca30-4098-8f59-2033736d6f3a" providerId="ADAL" clId="{47A91A02-7794-4315-B164-EE1BFAFF3DAC}" dt="2025-03-05T02:53:36.351" v="693" actId="14100"/>
          <ac:spMkLst>
            <pc:docMk/>
            <pc:sldMk cId="3959842474" sldId="258"/>
            <ac:spMk id="12" creationId="{5FC59F8A-9CE7-7F66-0C18-1BCA1D2E15BB}"/>
          </ac:spMkLst>
        </pc:spChg>
        <pc:spChg chg="add mod">
          <ac:chgData name="장 균은" userId="454ed611-ca30-4098-8f59-2033736d6f3a" providerId="ADAL" clId="{47A91A02-7794-4315-B164-EE1BFAFF3DAC}" dt="2025-03-05T02:53:29.346" v="692" actId="1076"/>
          <ac:spMkLst>
            <pc:docMk/>
            <pc:sldMk cId="3959842474" sldId="258"/>
            <ac:spMk id="13" creationId="{0FC21EE2-2CDE-C240-1466-02623E75990B}"/>
          </ac:spMkLst>
        </pc:spChg>
        <pc:spChg chg="add mod">
          <ac:chgData name="장 균은" userId="454ed611-ca30-4098-8f59-2033736d6f3a" providerId="ADAL" clId="{47A91A02-7794-4315-B164-EE1BFAFF3DAC}" dt="2025-03-05T03:02:29.268" v="712" actId="20577"/>
          <ac:spMkLst>
            <pc:docMk/>
            <pc:sldMk cId="3959842474" sldId="258"/>
            <ac:spMk id="14" creationId="{A963EF86-FA96-845E-A296-50419EEC1BC8}"/>
          </ac:spMkLst>
        </pc:spChg>
      </pc:sldChg>
      <pc:sldChg chg="addSp delSp modSp new mod">
        <pc:chgData name="장 균은" userId="454ed611-ca30-4098-8f59-2033736d6f3a" providerId="ADAL" clId="{47A91A02-7794-4315-B164-EE1BFAFF3DAC}" dt="2025-03-06T05:32:02.479" v="4082"/>
        <pc:sldMkLst>
          <pc:docMk/>
          <pc:sldMk cId="3570690370" sldId="259"/>
        </pc:sldMkLst>
        <pc:spChg chg="add mod topLvl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2" creationId="{621B104F-5D35-E395-F1CD-9367BD80FFF1}"/>
          </ac:spMkLst>
        </pc:spChg>
        <pc:spChg chg="del">
          <ac:chgData name="장 균은" userId="454ed611-ca30-4098-8f59-2033736d6f3a" providerId="ADAL" clId="{47A91A02-7794-4315-B164-EE1BFAFF3DAC}" dt="2025-03-05T06:48:56.736" v="715" actId="478"/>
          <ac:spMkLst>
            <pc:docMk/>
            <pc:sldMk cId="3570690370" sldId="259"/>
            <ac:spMk id="2" creationId="{70A11B49-4BDD-7032-E646-EC17F8C99067}"/>
          </ac:spMkLst>
        </pc:spChg>
        <pc:spChg chg="del">
          <ac:chgData name="장 균은" userId="454ed611-ca30-4098-8f59-2033736d6f3a" providerId="ADAL" clId="{47A91A02-7794-4315-B164-EE1BFAFF3DAC}" dt="2025-03-05T06:48:56.736" v="715" actId="478"/>
          <ac:spMkLst>
            <pc:docMk/>
            <pc:sldMk cId="3570690370" sldId="259"/>
            <ac:spMk id="3" creationId="{2481BC63-577D-90A1-3EC8-241070A19BF4}"/>
          </ac:spMkLst>
        </pc:spChg>
        <pc:spChg chg="add del mod">
          <ac:chgData name="장 균은" userId="454ed611-ca30-4098-8f59-2033736d6f3a" providerId="ADAL" clId="{47A91A02-7794-4315-B164-EE1BFAFF3DAC}" dt="2025-03-06T00:22:02.471" v="2772" actId="478"/>
          <ac:spMkLst>
            <pc:docMk/>
            <pc:sldMk cId="3570690370" sldId="259"/>
            <ac:spMk id="3" creationId="{57A1A312-B11E-81B9-9D64-7A3101347612}"/>
          </ac:spMkLst>
        </pc:spChg>
        <pc:spChg chg="add mod topLvl">
          <ac:chgData name="장 균은" userId="454ed611-ca30-4098-8f59-2033736d6f3a" providerId="ADAL" clId="{47A91A02-7794-4315-B164-EE1BFAFF3DAC}" dt="2025-03-06T00:57:30.096" v="3574" actId="165"/>
          <ac:spMkLst>
            <pc:docMk/>
            <pc:sldMk cId="3570690370" sldId="259"/>
            <ac:spMk id="4" creationId="{6C1C3C1D-D1C6-FD8B-8F83-99B8D509776B}"/>
          </ac:spMkLst>
        </pc:spChg>
        <pc:spChg chg="add del mod topLvl">
          <ac:chgData name="장 균은" userId="454ed611-ca30-4098-8f59-2033736d6f3a" providerId="ADAL" clId="{47A91A02-7794-4315-B164-EE1BFAFF3DAC}" dt="2025-03-05T08:01:47.446" v="2040" actId="478"/>
          <ac:spMkLst>
            <pc:docMk/>
            <pc:sldMk cId="3570690370" sldId="259"/>
            <ac:spMk id="4" creationId="{B255ACF2-AC08-73A6-6FE5-C04392861286}"/>
          </ac:spMkLst>
        </pc:spChg>
        <pc:spChg chg="add del mod topLvl">
          <ac:chgData name="장 균은" userId="454ed611-ca30-4098-8f59-2033736d6f3a" providerId="ADAL" clId="{47A91A02-7794-4315-B164-EE1BFAFF3DAC}" dt="2025-03-05T08:44:14.689" v="2390" actId="478"/>
          <ac:spMkLst>
            <pc:docMk/>
            <pc:sldMk cId="3570690370" sldId="259"/>
            <ac:spMk id="5" creationId="{CA0E6B55-122A-2411-5226-F826D854C3A0}"/>
          </ac:spMkLst>
        </pc:spChg>
        <pc:spChg chg="add mod topLvl">
          <ac:chgData name="장 균은" userId="454ed611-ca30-4098-8f59-2033736d6f3a" providerId="ADAL" clId="{47A91A02-7794-4315-B164-EE1BFAFF3DAC}" dt="2025-03-06T02:35:57.358" v="3998" actId="20577"/>
          <ac:spMkLst>
            <pc:docMk/>
            <pc:sldMk cId="3570690370" sldId="259"/>
            <ac:spMk id="6" creationId="{A5F2BFAF-85FE-9E64-2EE4-AC47809C8E07}"/>
          </ac:spMkLst>
        </pc:spChg>
        <pc:spChg chg="add del mod topLvl">
          <ac:chgData name="장 균은" userId="454ed611-ca30-4098-8f59-2033736d6f3a" providerId="ADAL" clId="{47A91A02-7794-4315-B164-EE1BFAFF3DAC}" dt="2025-03-06T00:37:55.770" v="3067" actId="1076"/>
          <ac:spMkLst>
            <pc:docMk/>
            <pc:sldMk cId="3570690370" sldId="259"/>
            <ac:spMk id="7" creationId="{CE6FE339-5FFE-1630-DB92-70EB8CC2D616}"/>
          </ac:spMkLst>
        </pc:spChg>
        <pc:spChg chg="add mod topLvl">
          <ac:chgData name="장 균은" userId="454ed611-ca30-4098-8f59-2033736d6f3a" providerId="ADAL" clId="{47A91A02-7794-4315-B164-EE1BFAFF3DAC}" dt="2025-03-06T02:36:29.952" v="4011" actId="20577"/>
          <ac:spMkLst>
            <pc:docMk/>
            <pc:sldMk cId="3570690370" sldId="259"/>
            <ac:spMk id="8" creationId="{BF303263-D730-FFF7-3D5B-E0EE00B58A75}"/>
          </ac:spMkLst>
        </pc:spChg>
        <pc:spChg chg="add mod topLvl">
          <ac:chgData name="장 균은" userId="454ed611-ca30-4098-8f59-2033736d6f3a" providerId="ADAL" clId="{47A91A02-7794-4315-B164-EE1BFAFF3DAC}" dt="2025-03-06T02:36:47.080" v="4030" actId="6549"/>
          <ac:spMkLst>
            <pc:docMk/>
            <pc:sldMk cId="3570690370" sldId="259"/>
            <ac:spMk id="9" creationId="{04BE28D6-DE74-4ECE-AA21-FF48AF10CDEA}"/>
          </ac:spMkLst>
        </pc:spChg>
        <pc:spChg chg="add mod topLvl">
          <ac:chgData name="장 균은" userId="454ed611-ca30-4098-8f59-2033736d6f3a" providerId="ADAL" clId="{47A91A02-7794-4315-B164-EE1BFAFF3DAC}" dt="2025-03-06T02:36:53.813" v="4040" actId="6549"/>
          <ac:spMkLst>
            <pc:docMk/>
            <pc:sldMk cId="3570690370" sldId="259"/>
            <ac:spMk id="10" creationId="{5D890E72-A40F-420F-8DEC-DA527CD92CBB}"/>
          </ac:spMkLst>
        </pc:spChg>
        <pc:spChg chg="add del mod">
          <ac:chgData name="장 균은" userId="454ed611-ca30-4098-8f59-2033736d6f3a" providerId="ADAL" clId="{47A91A02-7794-4315-B164-EE1BFAFF3DAC}" dt="2025-03-05T07:26:21.515" v="1086" actId="478"/>
          <ac:spMkLst>
            <pc:docMk/>
            <pc:sldMk cId="3570690370" sldId="259"/>
            <ac:spMk id="11" creationId="{F087148C-1233-36BD-BE61-1B7C47814E4A}"/>
          </ac:spMkLst>
        </pc:spChg>
        <pc:spChg chg="add mod topLvl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29" creationId="{7905CB31-6271-C9AD-213D-7F17F9B564B2}"/>
          </ac:spMkLst>
        </pc:spChg>
        <pc:spChg chg="add mod topLvl">
          <ac:chgData name="장 균은" userId="454ed611-ca30-4098-8f59-2033736d6f3a" providerId="ADAL" clId="{47A91A02-7794-4315-B164-EE1BFAFF3DAC}" dt="2025-03-06T01:10:41.070" v="3781" actId="1076"/>
          <ac:spMkLst>
            <pc:docMk/>
            <pc:sldMk cId="3570690370" sldId="259"/>
            <ac:spMk id="30" creationId="{73042BFD-E9F2-DEB0-2A75-6FB51A975423}"/>
          </ac:spMkLst>
        </pc:spChg>
        <pc:spChg chg="add mod topLvl">
          <ac:chgData name="장 균은" userId="454ed611-ca30-4098-8f59-2033736d6f3a" providerId="ADAL" clId="{47A91A02-7794-4315-B164-EE1BFAFF3DAC}" dt="2025-03-06T02:36:58.798" v="4042" actId="20577"/>
          <ac:spMkLst>
            <pc:docMk/>
            <pc:sldMk cId="3570690370" sldId="259"/>
            <ac:spMk id="33" creationId="{D8EB0958-696D-0E36-C5B2-16A5305254BF}"/>
          </ac:spMkLst>
        </pc:spChg>
        <pc:spChg chg="add mod">
          <ac:chgData name="장 균은" userId="454ed611-ca30-4098-8f59-2033736d6f3a" providerId="ADAL" clId="{47A91A02-7794-4315-B164-EE1BFAFF3DAC}" dt="2025-03-06T01:25:44.660" v="3811" actId="1076"/>
          <ac:spMkLst>
            <pc:docMk/>
            <pc:sldMk cId="3570690370" sldId="259"/>
            <ac:spMk id="34" creationId="{7B204A30-B9F9-3DBC-0674-59B81C3BE393}"/>
          </ac:spMkLst>
        </pc:spChg>
        <pc:spChg chg="add mod topLvl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35" creationId="{2BFB94A7-A1F6-E5B0-1035-FDEED42EA9D8}"/>
          </ac:spMkLst>
        </pc:spChg>
        <pc:spChg chg="add mod">
          <ac:chgData name="장 균은" userId="454ed611-ca30-4098-8f59-2033736d6f3a" providerId="ADAL" clId="{47A91A02-7794-4315-B164-EE1BFAFF3DAC}" dt="2025-03-06T01:25:32.342" v="3809" actId="1037"/>
          <ac:spMkLst>
            <pc:docMk/>
            <pc:sldMk cId="3570690370" sldId="259"/>
            <ac:spMk id="36" creationId="{67D71D99-C480-7792-A753-92CB0C495071}"/>
          </ac:spMkLst>
        </pc:spChg>
        <pc:spChg chg="add mod topLvl">
          <ac:chgData name="장 균은" userId="454ed611-ca30-4098-8f59-2033736d6f3a" providerId="ADAL" clId="{47A91A02-7794-4315-B164-EE1BFAFF3DAC}" dt="2025-03-06T05:31:36.351" v="4062"/>
          <ac:spMkLst>
            <pc:docMk/>
            <pc:sldMk cId="3570690370" sldId="259"/>
            <ac:spMk id="39" creationId="{352EAD8A-B2D9-A330-6894-07F4E9A8503E}"/>
          </ac:spMkLst>
        </pc:spChg>
        <pc:spChg chg="add">
          <ac:chgData name="장 균은" userId="454ed611-ca30-4098-8f59-2033736d6f3a" providerId="ADAL" clId="{47A91A02-7794-4315-B164-EE1BFAFF3DAC}" dt="2025-03-05T08:05:56.724" v="2083"/>
          <ac:spMkLst>
            <pc:docMk/>
            <pc:sldMk cId="3570690370" sldId="259"/>
            <ac:spMk id="40" creationId="{718CC933-860B-1549-E2A7-199F8C4F4EC0}"/>
          </ac:spMkLst>
        </pc:spChg>
        <pc:spChg chg="add del mod">
          <ac:chgData name="장 균은" userId="454ed611-ca30-4098-8f59-2033736d6f3a" providerId="ADAL" clId="{47A91A02-7794-4315-B164-EE1BFAFF3DAC}" dt="2025-03-06T00:39:29.230" v="3084" actId="478"/>
          <ac:spMkLst>
            <pc:docMk/>
            <pc:sldMk cId="3570690370" sldId="259"/>
            <ac:spMk id="40" creationId="{F8402F4E-8027-82FE-CC71-B60D3FBE28D9}"/>
          </ac:spMkLst>
        </pc:spChg>
        <pc:spChg chg="add mod">
          <ac:chgData name="장 균은" userId="454ed611-ca30-4098-8f59-2033736d6f3a" providerId="ADAL" clId="{47A91A02-7794-4315-B164-EE1BFAFF3DAC}" dt="2025-03-05T08:06:17.689" v="2086" actId="207"/>
          <ac:spMkLst>
            <pc:docMk/>
            <pc:sldMk cId="3570690370" sldId="259"/>
            <ac:spMk id="41" creationId="{BA983537-D7A6-9ED6-0483-07AE1064B708}"/>
          </ac:spMkLst>
        </pc:spChg>
        <pc:spChg chg="add del mod">
          <ac:chgData name="장 균은" userId="454ed611-ca30-4098-8f59-2033736d6f3a" providerId="ADAL" clId="{47A91A02-7794-4315-B164-EE1BFAFF3DAC}" dt="2025-03-06T00:36:36.388" v="3060" actId="478"/>
          <ac:spMkLst>
            <pc:docMk/>
            <pc:sldMk cId="3570690370" sldId="259"/>
            <ac:spMk id="41" creationId="{BE1021EC-C719-C0B9-22D8-989FEC82B16B}"/>
          </ac:spMkLst>
        </pc:spChg>
        <pc:spChg chg="add mod">
          <ac:chgData name="장 균은" userId="454ed611-ca30-4098-8f59-2033736d6f3a" providerId="ADAL" clId="{47A91A02-7794-4315-B164-EE1BFAFF3DAC}" dt="2025-03-06T01:27:01.654" v="3897" actId="1037"/>
          <ac:spMkLst>
            <pc:docMk/>
            <pc:sldMk cId="3570690370" sldId="259"/>
            <ac:spMk id="42" creationId="{0E0C0F1D-7E79-F076-DD42-213CF6B39F48}"/>
          </ac:spMkLst>
        </pc:spChg>
        <pc:spChg chg="add del mod">
          <ac:chgData name="장 균은" userId="454ed611-ca30-4098-8f59-2033736d6f3a" providerId="ADAL" clId="{47A91A02-7794-4315-B164-EE1BFAFF3DAC}" dt="2025-03-05T08:34:17.452" v="2163" actId="478"/>
          <ac:spMkLst>
            <pc:docMk/>
            <pc:sldMk cId="3570690370" sldId="259"/>
            <ac:spMk id="43" creationId="{21A479EC-1EA8-CF9F-838F-DD2231FF17CE}"/>
          </ac:spMkLst>
        </pc:spChg>
        <pc:spChg chg="add mod">
          <ac:chgData name="장 균은" userId="454ed611-ca30-4098-8f59-2033736d6f3a" providerId="ADAL" clId="{47A91A02-7794-4315-B164-EE1BFAFF3DAC}" dt="2025-03-06T01:28:07.081" v="3905" actId="113"/>
          <ac:spMkLst>
            <pc:docMk/>
            <pc:sldMk cId="3570690370" sldId="259"/>
            <ac:spMk id="43" creationId="{7DDE0E6B-A56C-873E-AFC2-349D76598A61}"/>
          </ac:spMkLst>
        </pc:spChg>
        <pc:spChg chg="add mod">
          <ac:chgData name="장 균은" userId="454ed611-ca30-4098-8f59-2033736d6f3a" providerId="ADAL" clId="{47A91A02-7794-4315-B164-EE1BFAFF3DAC}" dt="2025-03-06T00:39:19.382" v="3081"/>
          <ac:spMkLst>
            <pc:docMk/>
            <pc:sldMk cId="3570690370" sldId="259"/>
            <ac:spMk id="45" creationId="{C7D209FE-12AF-9C4B-FA78-1C65677BF1C3}"/>
          </ac:spMkLst>
        </pc:spChg>
        <pc:spChg chg="add mod topLvl">
          <ac:chgData name="장 균은" userId="454ed611-ca30-4098-8f59-2033736d6f3a" providerId="ADAL" clId="{47A91A02-7794-4315-B164-EE1BFAFF3DAC}" dt="2025-03-06T05:31:51.147" v="4073" actId="1076"/>
          <ac:spMkLst>
            <pc:docMk/>
            <pc:sldMk cId="3570690370" sldId="259"/>
            <ac:spMk id="51" creationId="{CCB061FC-E4FF-9FB0-3F88-EE9A7495498C}"/>
          </ac:spMkLst>
        </pc:spChg>
        <pc:spChg chg="add mod topLvl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54" creationId="{97805C8A-ED03-13C4-4CD9-D1E92ADAE137}"/>
          </ac:spMkLst>
        </pc:spChg>
        <pc:spChg chg="add mod">
          <ac:chgData name="장 균은" userId="454ed611-ca30-4098-8f59-2033736d6f3a" providerId="ADAL" clId="{47A91A02-7794-4315-B164-EE1BFAFF3DAC}" dt="2025-03-06T01:28:01.695" v="3904" actId="113"/>
          <ac:spMkLst>
            <pc:docMk/>
            <pc:sldMk cId="3570690370" sldId="259"/>
            <ac:spMk id="55" creationId="{788863A3-9D9E-5B89-714F-28A5B40F86C8}"/>
          </ac:spMkLst>
        </pc:spChg>
        <pc:spChg chg="add mod topLvl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56" creationId="{C72A854D-A4BB-C2C7-F5E7-BB22AED609DF}"/>
          </ac:spMkLst>
        </pc:spChg>
        <pc:spChg chg="add mod">
          <ac:chgData name="장 균은" userId="454ed611-ca30-4098-8f59-2033736d6f3a" providerId="ADAL" clId="{47A91A02-7794-4315-B164-EE1BFAFF3DAC}" dt="2025-03-06T05:32:02.479" v="4082"/>
          <ac:spMkLst>
            <pc:docMk/>
            <pc:sldMk cId="3570690370" sldId="259"/>
            <ac:spMk id="58" creationId="{F68BAFC5-0C6B-336C-6224-28ACDC0E5644}"/>
          </ac:spMkLst>
        </pc:spChg>
        <pc:spChg chg="add del mod">
          <ac:chgData name="장 균은" userId="454ed611-ca30-4098-8f59-2033736d6f3a" providerId="ADAL" clId="{47A91A02-7794-4315-B164-EE1BFAFF3DAC}" dt="2025-03-06T00:59:35.519" v="3607" actId="478"/>
          <ac:spMkLst>
            <pc:docMk/>
            <pc:sldMk cId="3570690370" sldId="259"/>
            <ac:spMk id="87" creationId="{CCE4BC5E-069C-3878-70E1-56AA9DDA2602}"/>
          </ac:spMkLst>
        </pc:spChg>
        <pc:spChg chg="add del mod">
          <ac:chgData name="장 균은" userId="454ed611-ca30-4098-8f59-2033736d6f3a" providerId="ADAL" clId="{47A91A02-7794-4315-B164-EE1BFAFF3DAC}" dt="2025-03-06T00:59:34.295" v="3606" actId="478"/>
          <ac:spMkLst>
            <pc:docMk/>
            <pc:sldMk cId="3570690370" sldId="259"/>
            <ac:spMk id="88" creationId="{CBE90141-65A4-D1F9-C160-A2BEF8CA76A5}"/>
          </ac:spMkLst>
        </pc:spChg>
        <pc:spChg chg="add del mod">
          <ac:chgData name="장 균은" userId="454ed611-ca30-4098-8f59-2033736d6f3a" providerId="ADAL" clId="{47A91A02-7794-4315-B164-EE1BFAFF3DAC}" dt="2025-03-06T01:01:11.692" v="3617"/>
          <ac:spMkLst>
            <pc:docMk/>
            <pc:sldMk cId="3570690370" sldId="259"/>
            <ac:spMk id="105" creationId="{BC279442-0E53-2003-9728-F185FB9B356F}"/>
          </ac:spMkLst>
        </pc:spChg>
        <pc:spChg chg="add del mod">
          <ac:chgData name="장 균은" userId="454ed611-ca30-4098-8f59-2033736d6f3a" providerId="ADAL" clId="{47A91A02-7794-4315-B164-EE1BFAFF3DAC}" dt="2025-03-06T01:01:11.681" v="3615" actId="478"/>
          <ac:spMkLst>
            <pc:docMk/>
            <pc:sldMk cId="3570690370" sldId="259"/>
            <ac:spMk id="106" creationId="{FD499A67-8E81-19F8-3A4E-5B2E28E1B45C}"/>
          </ac:spMkLst>
        </pc:spChg>
        <pc:spChg chg="add mod">
          <ac:chgData name="장 균은" userId="454ed611-ca30-4098-8f59-2033736d6f3a" providerId="ADAL" clId="{47A91A02-7794-4315-B164-EE1BFAFF3DAC}" dt="2025-03-06T01:27:47.316" v="3902" actId="255"/>
          <ac:spMkLst>
            <pc:docMk/>
            <pc:sldMk cId="3570690370" sldId="259"/>
            <ac:spMk id="107" creationId="{47FF381D-447D-6A02-F1E6-8E919A839983}"/>
          </ac:spMkLst>
        </pc:spChg>
        <pc:spChg chg="add mod">
          <ac:chgData name="장 균은" userId="454ed611-ca30-4098-8f59-2033736d6f3a" providerId="ADAL" clId="{47A91A02-7794-4315-B164-EE1BFAFF3DAC}" dt="2025-03-06T01:27:47.316" v="3902" actId="255"/>
          <ac:spMkLst>
            <pc:docMk/>
            <pc:sldMk cId="3570690370" sldId="259"/>
            <ac:spMk id="108" creationId="{25325751-F543-F44B-7639-1F3288C3322A}"/>
          </ac:spMkLst>
        </pc:spChg>
        <pc:spChg chg="add mod">
          <ac:chgData name="장 균은" userId="454ed611-ca30-4098-8f59-2033736d6f3a" providerId="ADAL" clId="{47A91A02-7794-4315-B164-EE1BFAFF3DAC}" dt="2025-03-06T01:29:18.617" v="3906" actId="1076"/>
          <ac:spMkLst>
            <pc:docMk/>
            <pc:sldMk cId="3570690370" sldId="259"/>
            <ac:spMk id="109" creationId="{AE9A34A2-24EE-A1ED-0423-2DD5A1CFF131}"/>
          </ac:spMkLst>
        </pc:spChg>
        <pc:spChg chg="add mod">
          <ac:chgData name="장 균은" userId="454ed611-ca30-4098-8f59-2033736d6f3a" providerId="ADAL" clId="{47A91A02-7794-4315-B164-EE1BFAFF3DAC}" dt="2025-03-06T01:27:47.316" v="3902" actId="255"/>
          <ac:spMkLst>
            <pc:docMk/>
            <pc:sldMk cId="3570690370" sldId="259"/>
            <ac:spMk id="110" creationId="{7C383CBF-7E5A-EF02-57A1-0DC2F6A0DA17}"/>
          </ac:spMkLst>
        </pc:spChg>
        <pc:spChg chg="add mod">
          <ac:chgData name="장 균은" userId="454ed611-ca30-4098-8f59-2033736d6f3a" providerId="ADAL" clId="{47A91A02-7794-4315-B164-EE1BFAFF3DAC}" dt="2025-03-06T01:27:51.912" v="3903" actId="1076"/>
          <ac:spMkLst>
            <pc:docMk/>
            <pc:sldMk cId="3570690370" sldId="259"/>
            <ac:spMk id="111" creationId="{1D8958F9-08DE-348B-CDC3-8D7A2DFADE07}"/>
          </ac:spMkLst>
        </pc:spChg>
        <pc:spChg chg="add mod">
          <ac:chgData name="장 균은" userId="454ed611-ca30-4098-8f59-2033736d6f3a" providerId="ADAL" clId="{47A91A02-7794-4315-B164-EE1BFAFF3DAC}" dt="2025-03-06T01:27:47.316" v="3902" actId="255"/>
          <ac:spMkLst>
            <pc:docMk/>
            <pc:sldMk cId="3570690370" sldId="259"/>
            <ac:spMk id="112" creationId="{23F9C80C-C132-ED06-093C-CE763EAB2BAA}"/>
          </ac:spMkLst>
        </pc:spChg>
        <pc:spChg chg="add del mod">
          <ac:chgData name="장 균은" userId="454ed611-ca30-4098-8f59-2033736d6f3a" providerId="ADAL" clId="{47A91A02-7794-4315-B164-EE1BFAFF3DAC}" dt="2025-03-06T01:06:23.102" v="3736" actId="478"/>
          <ac:spMkLst>
            <pc:docMk/>
            <pc:sldMk cId="3570690370" sldId="259"/>
            <ac:spMk id="113" creationId="{ACAD1507-766D-A4FD-98FA-EBF069CF274F}"/>
          </ac:spMkLst>
        </pc:spChg>
        <pc:spChg chg="add del mod">
          <ac:chgData name="장 균은" userId="454ed611-ca30-4098-8f59-2033736d6f3a" providerId="ADAL" clId="{47A91A02-7794-4315-B164-EE1BFAFF3DAC}" dt="2025-03-06T01:29:25.430" v="3910"/>
          <ac:spMkLst>
            <pc:docMk/>
            <pc:sldMk cId="3570690370" sldId="259"/>
            <ac:spMk id="167" creationId="{5FF2FDC9-4E7B-270B-3595-94E3F4A8BFB9}"/>
          </ac:spMkLst>
        </pc:spChg>
        <pc:spChg chg="add mod">
          <ac:chgData name="장 균은" userId="454ed611-ca30-4098-8f59-2033736d6f3a" providerId="ADAL" clId="{47A91A02-7794-4315-B164-EE1BFAFF3DAC}" dt="2025-03-06T01:31:17.446" v="3996" actId="122"/>
          <ac:spMkLst>
            <pc:docMk/>
            <pc:sldMk cId="3570690370" sldId="259"/>
            <ac:spMk id="168" creationId="{65CC0692-F50D-42CA-EA1E-0CF080F0852B}"/>
          </ac:spMkLst>
        </pc:spChg>
        <pc:grpChg chg="add del mod topLvl">
          <ac:chgData name="장 균은" userId="454ed611-ca30-4098-8f59-2033736d6f3a" providerId="ADAL" clId="{47A91A02-7794-4315-B164-EE1BFAFF3DAC}" dt="2025-03-05T07:42:08.204" v="1386" actId="165"/>
          <ac:grpSpMkLst>
            <pc:docMk/>
            <pc:sldMk cId="3570690370" sldId="259"/>
            <ac:grpSpMk id="31" creationId="{B6AD81B9-2863-BB51-802C-007D716F2865}"/>
          </ac:grpSpMkLst>
        </pc:grpChg>
        <pc:grpChg chg="add mod">
          <ac:chgData name="장 균은" userId="454ed611-ca30-4098-8f59-2033736d6f3a" providerId="ADAL" clId="{47A91A02-7794-4315-B164-EE1BFAFF3DAC}" dt="2025-03-05T07:41:52" v="1384" actId="164"/>
          <ac:grpSpMkLst>
            <pc:docMk/>
            <pc:sldMk cId="3570690370" sldId="259"/>
            <ac:grpSpMk id="32" creationId="{BF9CF5D5-9509-24CE-8044-FD3F9339C241}"/>
          </ac:grpSpMkLst>
        </pc:grpChg>
        <pc:grpChg chg="add mod topLvl">
          <ac:chgData name="장 균은" userId="454ed611-ca30-4098-8f59-2033736d6f3a" providerId="ADAL" clId="{47A91A02-7794-4315-B164-EE1BFAFF3DAC}" dt="2025-03-06T00:57:30.096" v="3574" actId="165"/>
          <ac:grpSpMkLst>
            <pc:docMk/>
            <pc:sldMk cId="3570690370" sldId="259"/>
            <ac:grpSpMk id="52" creationId="{A70D6BCE-3D31-6704-215B-BED8B957429E}"/>
          </ac:grpSpMkLst>
        </pc:grpChg>
        <pc:grpChg chg="add mod">
          <ac:chgData name="장 균은" userId="454ed611-ca30-4098-8f59-2033736d6f3a" providerId="ADAL" clId="{47A91A02-7794-4315-B164-EE1BFAFF3DAC}" dt="2025-03-06T01:27:15.032" v="3899" actId="1076"/>
          <ac:grpSpMkLst>
            <pc:docMk/>
            <pc:sldMk cId="3570690370" sldId="259"/>
            <ac:grpSpMk id="59" creationId="{97E17D25-31F1-E8E2-C2A6-C1BCA6F01B4D}"/>
          </ac:grpSpMkLst>
        </pc:grpChg>
        <pc:grpChg chg="mod">
          <ac:chgData name="장 균은" userId="454ed611-ca30-4098-8f59-2033736d6f3a" providerId="ADAL" clId="{47A91A02-7794-4315-B164-EE1BFAFF3DAC}" dt="2025-03-06T00:52:15.819" v="3499" actId="14100"/>
          <ac:grpSpMkLst>
            <pc:docMk/>
            <pc:sldMk cId="3570690370" sldId="259"/>
            <ac:grpSpMk id="78" creationId="{A94E614F-5A60-2501-C27D-BC2420AACC25}"/>
          </ac:grpSpMkLst>
        </pc:grpChg>
        <pc:grpChg chg="add del mod">
          <ac:chgData name="장 균은" userId="454ed611-ca30-4098-8f59-2033736d6f3a" providerId="ADAL" clId="{47A91A02-7794-4315-B164-EE1BFAFF3DAC}" dt="2025-03-06T00:57:30.096" v="3574" actId="165"/>
          <ac:grpSpMkLst>
            <pc:docMk/>
            <pc:sldMk cId="3570690370" sldId="259"/>
            <ac:grpSpMk id="89" creationId="{155E07D7-309C-443A-8563-A937CAF31253}"/>
          </ac:grpSpMkLst>
        </pc:grpChg>
        <pc:picChg chg="add mod topLvl">
          <ac:chgData name="장 균은" userId="454ed611-ca30-4098-8f59-2033736d6f3a" providerId="ADAL" clId="{47A91A02-7794-4315-B164-EE1BFAFF3DAC}" dt="2025-03-06T00:57:30.096" v="3574" actId="165"/>
          <ac:picMkLst>
            <pc:docMk/>
            <pc:sldMk cId="3570690370" sldId="259"/>
            <ac:picMk id="38" creationId="{DD85BDE1-7FD8-142E-161C-581BB0455BF6}"/>
          </ac:picMkLst>
        </pc:picChg>
        <pc:picChg chg="add mod">
          <ac:chgData name="장 균은" userId="454ed611-ca30-4098-8f59-2033736d6f3a" providerId="ADAL" clId="{47A91A02-7794-4315-B164-EE1BFAFF3DAC}" dt="2025-03-06T00:39:19.382" v="3081"/>
          <ac:picMkLst>
            <pc:docMk/>
            <pc:sldMk cId="3570690370" sldId="259"/>
            <ac:picMk id="44" creationId="{0106EDC1-3560-63B7-FE87-81EE9EABCF42}"/>
          </ac:picMkLst>
        </pc:picChg>
        <pc:picChg chg="add del mod">
          <ac:chgData name="장 균은" userId="454ed611-ca30-4098-8f59-2033736d6f3a" providerId="ADAL" clId="{47A91A02-7794-4315-B164-EE1BFAFF3DAC}" dt="2025-03-05T08:32:23.314" v="2160" actId="478"/>
          <ac:picMkLst>
            <pc:docMk/>
            <pc:sldMk cId="3570690370" sldId="259"/>
            <ac:picMk id="45" creationId="{99363B0B-CEAE-79E1-7B56-643BC5C4EC1F}"/>
          </ac:picMkLst>
        </pc:picChg>
        <pc:picChg chg="add mod">
          <ac:chgData name="장 균은" userId="454ed611-ca30-4098-8f59-2033736d6f3a" providerId="ADAL" clId="{47A91A02-7794-4315-B164-EE1BFAFF3DAC}" dt="2025-03-06T00:57:30.096" v="3574" actId="165"/>
          <ac:picMkLst>
            <pc:docMk/>
            <pc:sldMk cId="3570690370" sldId="259"/>
            <ac:picMk id="47" creationId="{B67F3AED-07F0-A64A-B776-C5AE68AE918B}"/>
          </ac:picMkLst>
        </pc:picChg>
        <pc:picChg chg="add mod">
          <ac:chgData name="장 균은" userId="454ed611-ca30-4098-8f59-2033736d6f3a" providerId="ADAL" clId="{47A91A02-7794-4315-B164-EE1BFAFF3DAC}" dt="2025-03-06T00:57:30.096" v="3574" actId="165"/>
          <ac:picMkLst>
            <pc:docMk/>
            <pc:sldMk cId="3570690370" sldId="259"/>
            <ac:picMk id="48" creationId="{FA9D571E-F87C-56B2-A2B2-AB6C5D2F2054}"/>
          </ac:picMkLst>
        </pc:picChg>
        <pc:picChg chg="add mod">
          <ac:chgData name="장 균은" userId="454ed611-ca30-4098-8f59-2033736d6f3a" providerId="ADAL" clId="{47A91A02-7794-4315-B164-EE1BFAFF3DAC}" dt="2025-03-06T00:57:30.096" v="3574" actId="165"/>
          <ac:picMkLst>
            <pc:docMk/>
            <pc:sldMk cId="3570690370" sldId="259"/>
            <ac:picMk id="49" creationId="{E16735BC-B0D9-0B36-F361-4E49DA6B0DEC}"/>
          </ac:picMkLst>
        </pc:picChg>
        <pc:picChg chg="add mod">
          <ac:chgData name="장 균은" userId="454ed611-ca30-4098-8f59-2033736d6f3a" providerId="ADAL" clId="{47A91A02-7794-4315-B164-EE1BFAFF3DAC}" dt="2025-03-06T00:57:30.096" v="3574" actId="165"/>
          <ac:picMkLst>
            <pc:docMk/>
            <pc:sldMk cId="3570690370" sldId="259"/>
            <ac:picMk id="50" creationId="{0D8AAA01-6391-AD1D-FBB5-40782A559BB3}"/>
          </ac:picMkLst>
        </pc:picChg>
        <pc:picChg chg="add mod">
          <ac:chgData name="장 균은" userId="454ed611-ca30-4098-8f59-2033736d6f3a" providerId="ADAL" clId="{47A91A02-7794-4315-B164-EE1BFAFF3DAC}" dt="2025-03-06T00:47:38.388" v="3443" actId="164"/>
          <ac:picMkLst>
            <pc:docMk/>
            <pc:sldMk cId="3570690370" sldId="259"/>
            <ac:picMk id="57" creationId="{FBECCB14-C867-DD4F-DDB5-6E2E2B443C82}"/>
          </ac:picMkLst>
        </pc:picChg>
        <pc:cxnChg chg="add mod">
          <ac:chgData name="장 균은" userId="454ed611-ca30-4098-8f59-2033736d6f3a" providerId="ADAL" clId="{47A91A02-7794-4315-B164-EE1BFAFF3DAC}" dt="2025-03-06T00:33:48.443" v="3026" actId="693"/>
          <ac:cxnSpMkLst>
            <pc:docMk/>
            <pc:sldMk cId="3570690370" sldId="259"/>
            <ac:cxnSpMk id="11" creationId="{41CF94F1-F0A7-3B01-C4AD-93604F59BD99}"/>
          </ac:cxnSpMkLst>
        </pc:cxnChg>
        <pc:cxnChg chg="add del mod">
          <ac:chgData name="장 균은" userId="454ed611-ca30-4098-8f59-2033736d6f3a" providerId="ADAL" clId="{47A91A02-7794-4315-B164-EE1BFAFF3DAC}" dt="2025-03-05T07:23:27.891" v="998" actId="11529"/>
          <ac:cxnSpMkLst>
            <pc:docMk/>
            <pc:sldMk cId="3570690370" sldId="259"/>
            <ac:cxnSpMk id="13" creationId="{08BA2AB6-EA9E-CFCA-0AFF-9ED52EBCFDE6}"/>
          </ac:cxnSpMkLst>
        </pc:cxnChg>
        <pc:cxnChg chg="add mod">
          <ac:chgData name="장 균은" userId="454ed611-ca30-4098-8f59-2033736d6f3a" providerId="ADAL" clId="{47A91A02-7794-4315-B164-EE1BFAFF3DAC}" dt="2025-03-06T00:57:34.325" v="3575" actId="255"/>
          <ac:cxnSpMkLst>
            <pc:docMk/>
            <pc:sldMk cId="3570690370" sldId="259"/>
            <ac:cxnSpMk id="14" creationId="{5B143906-48F8-1D25-C83D-C2F6A145283E}"/>
          </ac:cxnSpMkLst>
        </pc:cxnChg>
        <pc:cxnChg chg="add del mod">
          <ac:chgData name="장 균은" userId="454ed611-ca30-4098-8f59-2033736d6f3a" providerId="ADAL" clId="{47A91A02-7794-4315-B164-EE1BFAFF3DAC}" dt="2025-03-05T07:23:27.332" v="997" actId="11529"/>
          <ac:cxnSpMkLst>
            <pc:docMk/>
            <pc:sldMk cId="3570690370" sldId="259"/>
            <ac:cxnSpMk id="15" creationId="{07271577-C282-6BF1-24F5-E54EA9277D83}"/>
          </ac:cxnSpMkLst>
        </pc:cxnChg>
        <pc:cxnChg chg="add mod">
          <ac:chgData name="장 균은" userId="454ed611-ca30-4098-8f59-2033736d6f3a" providerId="ADAL" clId="{47A91A02-7794-4315-B164-EE1BFAFF3DAC}" dt="2025-03-06T05:31:56.625" v="4074" actId="14100"/>
          <ac:cxnSpMkLst>
            <pc:docMk/>
            <pc:sldMk cId="3570690370" sldId="259"/>
            <ac:cxnSpMk id="16" creationId="{6828FD33-61D4-C220-F2DD-189AF969FDC4}"/>
          </ac:cxnSpMkLst>
        </pc:cxnChg>
        <pc:cxnChg chg="add del mod">
          <ac:chgData name="장 균은" userId="454ed611-ca30-4098-8f59-2033736d6f3a" providerId="ADAL" clId="{47A91A02-7794-4315-B164-EE1BFAFF3DAC}" dt="2025-03-05T07:23:26.842" v="996" actId="11529"/>
          <ac:cxnSpMkLst>
            <pc:docMk/>
            <pc:sldMk cId="3570690370" sldId="259"/>
            <ac:cxnSpMk id="17" creationId="{BC5A6EF1-BDC8-8A51-510C-07E1B3390278}"/>
          </ac:cxnSpMkLst>
        </pc:cxnChg>
        <pc:cxnChg chg="add mod">
          <ac:chgData name="장 균은" userId="454ed611-ca30-4098-8f59-2033736d6f3a" providerId="ADAL" clId="{47A91A02-7794-4315-B164-EE1BFAFF3DAC}" dt="2025-03-06T00:33:52.453" v="3029" actId="108"/>
          <ac:cxnSpMkLst>
            <pc:docMk/>
            <pc:sldMk cId="3570690370" sldId="259"/>
            <ac:cxnSpMk id="18" creationId="{C7E5800E-2136-5F31-1AE1-0D87C8B46797}"/>
          </ac:cxnSpMkLst>
        </pc:cxnChg>
        <pc:cxnChg chg="add del mod">
          <ac:chgData name="장 균은" userId="454ed611-ca30-4098-8f59-2033736d6f3a" providerId="ADAL" clId="{47A91A02-7794-4315-B164-EE1BFAFF3DAC}" dt="2025-03-05T07:23:26.357" v="995" actId="11529"/>
          <ac:cxnSpMkLst>
            <pc:docMk/>
            <pc:sldMk cId="3570690370" sldId="259"/>
            <ac:cxnSpMk id="19" creationId="{2655D423-FC05-C66E-28C2-C1D959F146C2}"/>
          </ac:cxnSpMkLst>
        </pc:cxnChg>
        <pc:cxnChg chg="add del mod">
          <ac:chgData name="장 균은" userId="454ed611-ca30-4098-8f59-2033736d6f3a" providerId="ADAL" clId="{47A91A02-7794-4315-B164-EE1BFAFF3DAC}" dt="2025-03-05T07:23:25.830" v="994" actId="11529"/>
          <ac:cxnSpMkLst>
            <pc:docMk/>
            <pc:sldMk cId="3570690370" sldId="259"/>
            <ac:cxnSpMk id="21" creationId="{04FCAAEA-91A8-7577-B32C-3B19B79FDCA8}"/>
          </ac:cxnSpMkLst>
        </pc:cxnChg>
        <pc:cxnChg chg="add mod">
          <ac:chgData name="장 균은" userId="454ed611-ca30-4098-8f59-2033736d6f3a" providerId="ADAL" clId="{47A91A02-7794-4315-B164-EE1BFAFF3DAC}" dt="2025-03-06T01:24:43.281" v="3787" actId="14100"/>
          <ac:cxnSpMkLst>
            <pc:docMk/>
            <pc:sldMk cId="3570690370" sldId="259"/>
            <ac:cxnSpMk id="21" creationId="{B02761E2-A6C7-2897-D96C-EA7C2CC8A606}"/>
          </ac:cxnSpMkLst>
        </pc:cxnChg>
        <pc:cxnChg chg="add del">
          <ac:chgData name="장 균은" userId="454ed611-ca30-4098-8f59-2033736d6f3a" providerId="ADAL" clId="{47A91A02-7794-4315-B164-EE1BFAFF3DAC}" dt="2025-03-05T07:22:56.882" v="989" actId="11529"/>
          <ac:cxnSpMkLst>
            <pc:docMk/>
            <pc:sldMk cId="3570690370" sldId="259"/>
            <ac:cxnSpMk id="23" creationId="{1C368B48-60C9-3BAB-4206-BDC18A65E873}"/>
          </ac:cxnSpMkLst>
        </pc:cxnChg>
        <pc:cxnChg chg="add mod">
          <ac:chgData name="장 균은" userId="454ed611-ca30-4098-8f59-2033736d6f3a" providerId="ADAL" clId="{47A91A02-7794-4315-B164-EE1BFAFF3DAC}" dt="2025-03-06T01:26:03.844" v="3814" actId="1076"/>
          <ac:cxnSpMkLst>
            <pc:docMk/>
            <pc:sldMk cId="3570690370" sldId="259"/>
            <ac:cxnSpMk id="23" creationId="{CAD116A1-4F21-BFDD-6277-1BBC719092E7}"/>
          </ac:cxnSpMkLst>
        </pc:cxnChg>
        <pc:cxnChg chg="add del">
          <ac:chgData name="장 균은" userId="454ed611-ca30-4098-8f59-2033736d6f3a" providerId="ADAL" clId="{47A91A02-7794-4315-B164-EE1BFAFF3DAC}" dt="2025-03-05T07:22:55.209" v="988" actId="11529"/>
          <ac:cxnSpMkLst>
            <pc:docMk/>
            <pc:sldMk cId="3570690370" sldId="259"/>
            <ac:cxnSpMk id="25" creationId="{280218F2-40CC-6F8E-C782-BA9C9A9A1FCE}"/>
          </ac:cxnSpMkLst>
        </pc:cxnChg>
        <pc:cxnChg chg="add mod">
          <ac:chgData name="장 균은" userId="454ed611-ca30-4098-8f59-2033736d6f3a" providerId="ADAL" clId="{47A91A02-7794-4315-B164-EE1BFAFF3DAC}" dt="2025-03-06T01:25:25.224" v="3794" actId="1076"/>
          <ac:cxnSpMkLst>
            <pc:docMk/>
            <pc:sldMk cId="3570690370" sldId="259"/>
            <ac:cxnSpMk id="25" creationId="{BC168973-BE2E-D177-1A93-9DDE3AAF6D9F}"/>
          </ac:cxnSpMkLst>
        </pc:cxnChg>
        <pc:cxnChg chg="add mod">
          <ac:chgData name="장 균은" userId="454ed611-ca30-4098-8f59-2033736d6f3a" providerId="ADAL" clId="{47A91A02-7794-4315-B164-EE1BFAFF3DAC}" dt="2025-03-06T00:33:36.976" v="3022" actId="108"/>
          <ac:cxnSpMkLst>
            <pc:docMk/>
            <pc:sldMk cId="3570690370" sldId="259"/>
            <ac:cxnSpMk id="27" creationId="{6DAED512-4CAF-12A9-A461-CEC0B35219DA}"/>
          </ac:cxnSpMkLst>
        </pc:cxnChg>
        <pc:cxnChg chg="add del mod">
          <ac:chgData name="장 균은" userId="454ed611-ca30-4098-8f59-2033736d6f3a" providerId="ADAL" clId="{47A91A02-7794-4315-B164-EE1BFAFF3DAC}" dt="2025-03-06T01:26:48.123" v="3815" actId="478"/>
          <ac:cxnSpMkLst>
            <pc:docMk/>
            <pc:sldMk cId="3570690370" sldId="259"/>
            <ac:cxnSpMk id="28" creationId="{21DC222D-BE19-2799-2EDE-C12481C31D90}"/>
          </ac:cxnSpMkLst>
        </pc:cxnChg>
        <pc:cxnChg chg="add del mod">
          <ac:chgData name="장 균은" userId="454ed611-ca30-4098-8f59-2033736d6f3a" providerId="ADAL" clId="{47A91A02-7794-4315-B164-EE1BFAFF3DAC}" dt="2025-03-05T07:23:24.759" v="992" actId="11529"/>
          <ac:cxnSpMkLst>
            <pc:docMk/>
            <pc:sldMk cId="3570690370" sldId="259"/>
            <ac:cxnSpMk id="28" creationId="{2EAA56E2-7706-C68F-59DF-4FD305482CF2}"/>
          </ac:cxnSpMkLst>
        </pc:cxnChg>
        <pc:cxnChg chg="add mod">
          <ac:chgData name="장 균은" userId="454ed611-ca30-4098-8f59-2033736d6f3a" providerId="ADAL" clId="{47A91A02-7794-4315-B164-EE1BFAFF3DAC}" dt="2025-03-06T01:25:50.856" v="3812" actId="14100"/>
          <ac:cxnSpMkLst>
            <pc:docMk/>
            <pc:sldMk cId="3570690370" sldId="259"/>
            <ac:cxnSpMk id="32" creationId="{E0B06358-06DE-80AE-DADD-D92205BB6691}"/>
          </ac:cxnSpMkLst>
        </pc:cxnChg>
        <pc:cxnChg chg="add mod">
          <ac:chgData name="장 균은" userId="454ed611-ca30-4098-8f59-2033736d6f3a" providerId="ADAL" clId="{47A91A02-7794-4315-B164-EE1BFAFF3DAC}" dt="2025-03-06T01:25:54.921" v="3813" actId="1076"/>
          <ac:cxnSpMkLst>
            <pc:docMk/>
            <pc:sldMk cId="3570690370" sldId="259"/>
            <ac:cxnSpMk id="37" creationId="{ED1EA528-4B8A-DD44-F7B7-5517679D8EFD}"/>
          </ac:cxnSpMkLst>
        </pc:cxnChg>
        <pc:cxnChg chg="add mod">
          <ac:chgData name="장 균은" userId="454ed611-ca30-4098-8f59-2033736d6f3a" providerId="ADAL" clId="{47A91A02-7794-4315-B164-EE1BFAFF3DAC}" dt="2025-03-06T01:25:40.103" v="3810" actId="14100"/>
          <ac:cxnSpMkLst>
            <pc:docMk/>
            <pc:sldMk cId="3570690370" sldId="259"/>
            <ac:cxnSpMk id="53" creationId="{BA0F68FE-BCD4-79B2-5A12-2B45D5B010E5}"/>
          </ac:cxnSpMkLst>
        </pc:cxnChg>
        <pc:cxnChg chg="add mod">
          <ac:chgData name="장 균은" userId="454ed611-ca30-4098-8f59-2033736d6f3a" providerId="ADAL" clId="{47A91A02-7794-4315-B164-EE1BFAFF3DAC}" dt="2025-03-06T01:27:23.358" v="3900" actId="207"/>
          <ac:cxnSpMkLst>
            <pc:docMk/>
            <pc:sldMk cId="3570690370" sldId="259"/>
            <ac:cxnSpMk id="61" creationId="{8402F5E3-A59E-B975-50CA-25450C457AF2}"/>
          </ac:cxnSpMkLst>
        </pc:cxnChg>
        <pc:cxnChg chg="add mod">
          <ac:chgData name="장 균은" userId="454ed611-ca30-4098-8f59-2033736d6f3a" providerId="ADAL" clId="{47A91A02-7794-4315-B164-EE1BFAFF3DAC}" dt="2025-03-06T01:25:25.224" v="3794" actId="1076"/>
          <ac:cxnSpMkLst>
            <pc:docMk/>
            <pc:sldMk cId="3570690370" sldId="259"/>
            <ac:cxnSpMk id="64" creationId="{4712C793-1991-E095-5113-3D430D5CC6D3}"/>
          </ac:cxnSpMkLst>
        </pc:cxnChg>
        <pc:cxnChg chg="add mod">
          <ac:chgData name="장 균은" userId="454ed611-ca30-4098-8f59-2033736d6f3a" providerId="ADAL" clId="{47A91A02-7794-4315-B164-EE1BFAFF3DAC}" dt="2025-03-06T01:25:25.224" v="3794" actId="1076"/>
          <ac:cxnSpMkLst>
            <pc:docMk/>
            <pc:sldMk cId="3570690370" sldId="259"/>
            <ac:cxnSpMk id="66" creationId="{90C8F14F-CCB4-A1F0-9CB0-6FAFB7D532B2}"/>
          </ac:cxnSpMkLst>
        </pc:cxnChg>
        <pc:cxnChg chg="add mod">
          <ac:chgData name="장 균은" userId="454ed611-ca30-4098-8f59-2033736d6f3a" providerId="ADAL" clId="{47A91A02-7794-4315-B164-EE1BFAFF3DAC}" dt="2025-03-06T01:25:25.224" v="3794" actId="1076"/>
          <ac:cxnSpMkLst>
            <pc:docMk/>
            <pc:sldMk cId="3570690370" sldId="259"/>
            <ac:cxnSpMk id="68" creationId="{0A186B89-FAFF-C838-0240-B65E6782E74D}"/>
          </ac:cxnSpMkLst>
        </pc:cxnChg>
        <pc:cxnChg chg="add mod">
          <ac:chgData name="장 균은" userId="454ed611-ca30-4098-8f59-2033736d6f3a" providerId="ADAL" clId="{47A91A02-7794-4315-B164-EE1BFAFF3DAC}" dt="2025-03-06T01:25:25.224" v="3794" actId="1076"/>
          <ac:cxnSpMkLst>
            <pc:docMk/>
            <pc:sldMk cId="3570690370" sldId="259"/>
            <ac:cxnSpMk id="70" creationId="{094D3A50-8BA2-6E57-EE93-1D6A3F04C2FB}"/>
          </ac:cxnSpMkLst>
        </pc:cxnChg>
        <pc:cxnChg chg="add mod">
          <ac:chgData name="장 균은" userId="454ed611-ca30-4098-8f59-2033736d6f3a" providerId="ADAL" clId="{47A91A02-7794-4315-B164-EE1BFAFF3DAC}" dt="2025-03-06T01:27:47.316" v="3902" actId="255"/>
          <ac:cxnSpMkLst>
            <pc:docMk/>
            <pc:sldMk cId="3570690370" sldId="259"/>
            <ac:cxnSpMk id="115" creationId="{A75EB741-6D87-CDD6-7B28-6CCC9CC5F5B1}"/>
          </ac:cxnSpMkLst>
        </pc:cxnChg>
        <pc:cxnChg chg="add del mod">
          <ac:chgData name="장 균은" userId="454ed611-ca30-4098-8f59-2033736d6f3a" providerId="ADAL" clId="{47A91A02-7794-4315-B164-EE1BFAFF3DAC}" dt="2025-03-06T01:06:39.544" v="3740" actId="478"/>
          <ac:cxnSpMkLst>
            <pc:docMk/>
            <pc:sldMk cId="3570690370" sldId="259"/>
            <ac:cxnSpMk id="117" creationId="{7A718163-C2B7-C3B9-8003-78DC0E3B1584}"/>
          </ac:cxnSpMkLst>
        </pc:cxnChg>
        <pc:cxnChg chg="add mod">
          <ac:chgData name="장 균은" userId="454ed611-ca30-4098-8f59-2033736d6f3a" providerId="ADAL" clId="{47A91A02-7794-4315-B164-EE1BFAFF3DAC}" dt="2025-03-06T01:27:47.316" v="3902" actId="255"/>
          <ac:cxnSpMkLst>
            <pc:docMk/>
            <pc:sldMk cId="3570690370" sldId="259"/>
            <ac:cxnSpMk id="119" creationId="{5229E9AF-BFCF-BADD-67AD-182B47DF9507}"/>
          </ac:cxnSpMkLst>
        </pc:cxnChg>
        <pc:cxnChg chg="add mod">
          <ac:chgData name="장 균은" userId="454ed611-ca30-4098-8f59-2033736d6f3a" providerId="ADAL" clId="{47A91A02-7794-4315-B164-EE1BFAFF3DAC}" dt="2025-03-06T01:27:47.316" v="3902" actId="255"/>
          <ac:cxnSpMkLst>
            <pc:docMk/>
            <pc:sldMk cId="3570690370" sldId="259"/>
            <ac:cxnSpMk id="121" creationId="{6658CC0F-656D-0972-D500-74324D46FB93}"/>
          </ac:cxnSpMkLst>
        </pc:cxnChg>
        <pc:cxnChg chg="add mod">
          <ac:chgData name="장 균은" userId="454ed611-ca30-4098-8f59-2033736d6f3a" providerId="ADAL" clId="{47A91A02-7794-4315-B164-EE1BFAFF3DAC}" dt="2025-03-06T01:27:47.316" v="3902" actId="255"/>
          <ac:cxnSpMkLst>
            <pc:docMk/>
            <pc:sldMk cId="3570690370" sldId="259"/>
            <ac:cxnSpMk id="123" creationId="{3505687B-CAA6-0543-BCD4-2C08042C4404}"/>
          </ac:cxnSpMkLst>
        </pc:cxnChg>
        <pc:cxnChg chg="add mod">
          <ac:chgData name="장 균은" userId="454ed611-ca30-4098-8f59-2033736d6f3a" providerId="ADAL" clId="{47A91A02-7794-4315-B164-EE1BFAFF3DAC}" dt="2025-03-06T01:27:47.316" v="3902" actId="255"/>
          <ac:cxnSpMkLst>
            <pc:docMk/>
            <pc:sldMk cId="3570690370" sldId="259"/>
            <ac:cxnSpMk id="125" creationId="{E68B96AF-8D57-FE7F-E08E-BFD91BE82EBE}"/>
          </ac:cxnSpMkLst>
        </pc:cxnChg>
        <pc:cxnChg chg="add del mod">
          <ac:chgData name="장 균은" userId="454ed611-ca30-4098-8f59-2033736d6f3a" providerId="ADAL" clId="{47A91A02-7794-4315-B164-EE1BFAFF3DAC}" dt="2025-03-06T01:08:04.168" v="3774" actId="478"/>
          <ac:cxnSpMkLst>
            <pc:docMk/>
            <pc:sldMk cId="3570690370" sldId="259"/>
            <ac:cxnSpMk id="127" creationId="{2B6B8A1F-3D45-75AD-1881-E76F8FA666DD}"/>
          </ac:cxnSpMkLst>
        </pc:cxnChg>
        <pc:cxnChg chg="add mod">
          <ac:chgData name="장 균은" userId="454ed611-ca30-4098-8f59-2033736d6f3a" providerId="ADAL" clId="{47A91A02-7794-4315-B164-EE1BFAFF3DAC}" dt="2025-03-06T01:29:36.437" v="3911" actId="208"/>
          <ac:cxnSpMkLst>
            <pc:docMk/>
            <pc:sldMk cId="3570690370" sldId="259"/>
            <ac:cxnSpMk id="129" creationId="{6441C984-E4FD-F493-A2F5-137E77E3B83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D114A-5611-80C2-8DC5-0961192B2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57F3D2-4890-F210-0A23-6CDA41338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83321-EC60-6225-7934-BAE0009D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76EC0-39D8-8533-279D-EA570E6C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99F40-3AF1-18B7-AC9E-3280E214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31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CAC5-40CD-C26B-8880-F5A0DC83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18D523-6F79-D3C4-515C-8347E0630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801E44-3787-501F-C266-9E9B4087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DE2822-3179-E256-0822-2B9BAAA3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C152E-F251-2CFD-F5CC-ACBC19BE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8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1C398-C637-F583-D4FD-38C5818B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EED5C-8F3C-FB96-AD2B-21C8C4105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4A6C0-58C8-9833-FF8C-AD912DAF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38AA7-12CF-A984-D504-7DAD0DC7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B86EE9-BB07-BE08-7194-D3DE83B2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25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686B-E022-92BC-D506-C3E2BA50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DDF37-58AC-882E-D3BC-3076DC12E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DF470B-95B1-5116-4413-A34B7E334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05F716-4B3B-9481-8F7F-C34748AB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C75146-39A5-2DD1-5C90-CD45E792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E70122-7857-BDA7-C332-2CC7FFDA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8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C5972-C1F7-33F5-A2E6-978BD2F2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8B1678-6E38-59F8-6AC7-09411D220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8E5B7-057C-B430-43EC-81756482F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26177D-D2A5-A19D-0BE2-0B3477E1D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014770-0395-D005-30A9-8B00CD9CC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8915AD-68AF-6EAC-FF83-86D201C7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B6FDBA-AE81-242C-6004-33026F65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C9E7EC-2E50-CF1E-B621-D5346EC9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F8888-B1D9-0D8C-F01A-334375B6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8ACEF5-C7C1-E6F4-C813-B22F68B8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A681CC-6308-11AA-0E61-5F6C8407F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33FCDA-99D7-8B5C-232A-50AEE42D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88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6BF1C1-B57A-7DB8-0C31-E1262AF4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BE3FC7-7C7B-29F0-6D4A-47BD64E4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18EA0-81FE-B96A-49CF-60D2EB3F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5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C09DF-83C6-8A47-3D61-F76FEA40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1CB12-3C51-CC22-9A8E-4BF980E46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8F347E-F9F6-E2DC-3132-27EDBBB3E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EDE2EE-4E82-AF73-3518-93E7C01F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71918-1BCF-7A49-88EF-2FDFBD02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938EE7-16FA-39FA-964C-9260C063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92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592A0-39AA-9446-D2ED-2AC140F34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C33183-06E8-94D6-A8D7-DC8BF858F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97B52-8E76-8CDC-3A6B-0759B5813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1FE24F-DD25-41DB-F4FD-9CF14656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4952D6-DAF9-9603-8CA5-97E7EC37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15CC7-B805-94EB-7C79-3D34F8CE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98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FA058-6FE9-DD91-2D64-9DAA61AC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DD334F-AF1D-4C4D-89A6-5438673EE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3978-7958-BCF1-FF03-AFFCB29E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A90C7C-F5DE-DD1D-E8D2-D5F64E935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87367-4232-E5C6-919F-C842A232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58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EC8F7-79C1-D58C-D62C-BBEAA747C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C95D30-F8DA-D6F5-FD21-744333402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0C444-D867-DCAD-1060-618D4476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60A20-BC9B-7D3D-721C-8D937C24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CD2B8-977D-2022-CD56-BAF576A6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57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C478B0-6AA6-EE6F-D602-206D1C44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68761-0031-A439-6A0E-10E34C82B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C8EFC-3879-123A-E5D2-16F2C7457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3822-BB90-43FD-9CFC-A687870A9AC1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ADE41-5EA4-B3B5-AD0F-10D1C11C4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50F40-B4C3-F00B-CA69-47D5A7D50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63411-1BD7-448A-8CC5-FA33F84E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11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F34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그래픽 디자인, 일러스트레이션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CE14D8-FE0A-5AA6-87D7-82A39D8F02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797090"/>
            <a:ext cx="3854945" cy="2168406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F34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텍스트, 클립아트, 만화 영화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AB9894-567D-944D-60DF-B7AD77FE1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3899806"/>
            <a:ext cx="3854945" cy="21684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45A825-CC42-A760-B833-7580CA17D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826" y="650497"/>
            <a:ext cx="501395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7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19F5FE-0082-91FF-45AE-3C9D6B5AA7E4}"/>
              </a:ext>
            </a:extLst>
          </p:cNvPr>
          <p:cNvSpPr/>
          <p:nvPr/>
        </p:nvSpPr>
        <p:spPr>
          <a:xfrm>
            <a:off x="996807" y="594667"/>
            <a:ext cx="3797121" cy="5030879"/>
          </a:xfrm>
          <a:prstGeom prst="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E0DFD6-2629-EDF7-4422-3A04A70335AE}"/>
              </a:ext>
            </a:extLst>
          </p:cNvPr>
          <p:cNvSpPr/>
          <p:nvPr/>
        </p:nvSpPr>
        <p:spPr>
          <a:xfrm>
            <a:off x="1172816" y="2370646"/>
            <a:ext cx="3465443" cy="292108"/>
          </a:xfrm>
          <a:prstGeom prst="rect">
            <a:avLst/>
          </a:prstGeom>
          <a:solidFill>
            <a:schemeClr val="accent6">
              <a:alpha val="72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6E6610-B4F3-F63A-E7D7-B3A779875C7B}"/>
              </a:ext>
            </a:extLst>
          </p:cNvPr>
          <p:cNvSpPr/>
          <p:nvPr/>
        </p:nvSpPr>
        <p:spPr>
          <a:xfrm>
            <a:off x="1172817" y="702366"/>
            <a:ext cx="3465444" cy="300692"/>
          </a:xfrm>
          <a:prstGeom prst="rect">
            <a:avLst/>
          </a:prstGeom>
          <a:solidFill>
            <a:schemeClr val="accent6">
              <a:alpha val="38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B7988-63AB-C24C-CB69-2D35BCBB2681}"/>
              </a:ext>
            </a:extLst>
          </p:cNvPr>
          <p:cNvSpPr/>
          <p:nvPr/>
        </p:nvSpPr>
        <p:spPr>
          <a:xfrm>
            <a:off x="1172816" y="5155094"/>
            <a:ext cx="3465442" cy="409885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9FCBE2E-E7A1-5D23-E6E8-8DC674A7E42B}"/>
              </a:ext>
            </a:extLst>
          </p:cNvPr>
          <p:cNvSpPr/>
          <p:nvPr/>
        </p:nvSpPr>
        <p:spPr>
          <a:xfrm>
            <a:off x="2844800" y="2204720"/>
            <a:ext cx="338328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표준계약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B2B349-6FD7-A2F7-A150-A9B9DE1B5EF9}"/>
              </a:ext>
            </a:extLst>
          </p:cNvPr>
          <p:cNvSpPr/>
          <p:nvPr/>
        </p:nvSpPr>
        <p:spPr>
          <a:xfrm>
            <a:off x="2753360" y="904240"/>
            <a:ext cx="338328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신탁</a:t>
            </a:r>
            <a:r>
              <a:rPr lang="en-US" altLang="ko-KR" dirty="0"/>
              <a:t>,</a:t>
            </a:r>
            <a:r>
              <a:rPr lang="ko-KR" altLang="en-US" dirty="0"/>
              <a:t>동의</a:t>
            </a:r>
            <a:r>
              <a:rPr lang="en-US" altLang="ko-KR" dirty="0"/>
              <a:t>,</a:t>
            </a:r>
            <a:r>
              <a:rPr lang="ko-KR" altLang="en-US" dirty="0"/>
              <a:t>보상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E5D01A-6F70-F6FD-617E-5308181D6090}"/>
              </a:ext>
            </a:extLst>
          </p:cNvPr>
          <p:cNvSpPr/>
          <p:nvPr/>
        </p:nvSpPr>
        <p:spPr>
          <a:xfrm>
            <a:off x="1290320" y="904240"/>
            <a:ext cx="111760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법</a:t>
            </a:r>
            <a:r>
              <a:rPr lang="en-US" altLang="ko-KR" dirty="0"/>
              <a:t>,</a:t>
            </a:r>
            <a:r>
              <a:rPr lang="ko-KR" altLang="en-US" dirty="0"/>
              <a:t>정책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1415F4-D4AE-8FA5-12A7-6B7A34ECA7C8}"/>
              </a:ext>
            </a:extLst>
          </p:cNvPr>
          <p:cNvSpPr/>
          <p:nvPr/>
        </p:nvSpPr>
        <p:spPr>
          <a:xfrm>
            <a:off x="1290320" y="2631440"/>
            <a:ext cx="111760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교육</a:t>
            </a:r>
            <a:r>
              <a:rPr lang="en-US" altLang="ko-KR" dirty="0"/>
              <a:t>,</a:t>
            </a:r>
            <a:r>
              <a:rPr lang="ko-KR" altLang="en-US" dirty="0"/>
              <a:t>캠페인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D8FAE5-CB47-0AB8-6821-1C0C2A93C1EC}"/>
              </a:ext>
            </a:extLst>
          </p:cNvPr>
          <p:cNvSpPr/>
          <p:nvPr/>
        </p:nvSpPr>
        <p:spPr>
          <a:xfrm>
            <a:off x="1290320" y="4267200"/>
            <a:ext cx="1117600" cy="1463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규제 가이드라인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D5A121-E46F-7B18-0A39-E8FAF18AF06B}"/>
              </a:ext>
            </a:extLst>
          </p:cNvPr>
          <p:cNvSpPr/>
          <p:nvPr/>
        </p:nvSpPr>
        <p:spPr>
          <a:xfrm>
            <a:off x="2753360" y="3241040"/>
            <a:ext cx="338328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권리 등록 및 관리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9FF0E7-A4AA-CD18-B16B-9E3C3E03D27D}"/>
              </a:ext>
            </a:extLst>
          </p:cNvPr>
          <p:cNvSpPr/>
          <p:nvPr/>
        </p:nvSpPr>
        <p:spPr>
          <a:xfrm>
            <a:off x="2661920" y="4277360"/>
            <a:ext cx="338328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데이터 수집 및 활용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B5FD0A-2827-1DAE-F116-1CA931C53F05}"/>
              </a:ext>
            </a:extLst>
          </p:cNvPr>
          <p:cNvSpPr/>
          <p:nvPr/>
        </p:nvSpPr>
        <p:spPr>
          <a:xfrm>
            <a:off x="8270240" y="1473200"/>
            <a:ext cx="183896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Voice</a:t>
            </a:r>
            <a:r>
              <a:rPr lang="ko-KR" altLang="en-US" dirty="0"/>
              <a:t> </a:t>
            </a:r>
            <a:r>
              <a:rPr lang="en-US" altLang="ko-KR" dirty="0"/>
              <a:t>Print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C59F8A-9CE7-7F66-0C18-1BCA1D2E15BB}"/>
              </a:ext>
            </a:extLst>
          </p:cNvPr>
          <p:cNvSpPr/>
          <p:nvPr/>
        </p:nvSpPr>
        <p:spPr>
          <a:xfrm>
            <a:off x="8270240" y="3769360"/>
            <a:ext cx="183896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Voice Acting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FC21EE2-2CDE-C240-1466-02623E75990B}"/>
              </a:ext>
            </a:extLst>
          </p:cNvPr>
          <p:cNvSpPr/>
          <p:nvPr/>
        </p:nvSpPr>
        <p:spPr>
          <a:xfrm>
            <a:off x="6471920" y="2194560"/>
            <a:ext cx="1798320" cy="1686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합성 및 연기모델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963EF86-FA96-845E-A296-50419EEC1BC8}"/>
              </a:ext>
            </a:extLst>
          </p:cNvPr>
          <p:cNvSpPr/>
          <p:nvPr/>
        </p:nvSpPr>
        <p:spPr>
          <a:xfrm>
            <a:off x="2606040" y="5313680"/>
            <a:ext cx="338328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84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5F2BFAF-85FE-9E64-2EE4-AC47809C8E07}"/>
              </a:ext>
            </a:extLst>
          </p:cNvPr>
          <p:cNvSpPr/>
          <p:nvPr/>
        </p:nvSpPr>
        <p:spPr>
          <a:xfrm>
            <a:off x="1441371" y="1835241"/>
            <a:ext cx="2368044" cy="91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1.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음성 저작권 관리 </a:t>
            </a:r>
          </a:p>
        </p:txBody>
      </p:sp>
      <p:sp>
        <p:nvSpPr>
          <p:cNvPr id="7" name="순서도: 자기 디스크 6">
            <a:extLst>
              <a:ext uri="{FF2B5EF4-FFF2-40B4-BE49-F238E27FC236}">
                <a16:creationId xmlns:a16="http://schemas.microsoft.com/office/drawing/2014/main" id="{CE6FE339-5FFE-1630-DB92-70EB8CC2D616}"/>
              </a:ext>
            </a:extLst>
          </p:cNvPr>
          <p:cNvSpPr/>
          <p:nvPr/>
        </p:nvSpPr>
        <p:spPr>
          <a:xfrm>
            <a:off x="1444916" y="4263130"/>
            <a:ext cx="1616657" cy="1371378"/>
          </a:xfrm>
          <a:prstGeom prst="flowChartMagneticDisk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음성 </a:t>
            </a:r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&amp;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연기 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303263-D730-FFF7-3D5B-E0EE00B58A75}"/>
              </a:ext>
            </a:extLst>
          </p:cNvPr>
          <p:cNvSpPr/>
          <p:nvPr/>
        </p:nvSpPr>
        <p:spPr>
          <a:xfrm>
            <a:off x="4172627" y="1835367"/>
            <a:ext cx="2379904" cy="917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4.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블록체인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BE28D6-DE74-4ECE-AA21-FF48AF10CDEA}"/>
              </a:ext>
            </a:extLst>
          </p:cNvPr>
          <p:cNvSpPr/>
          <p:nvPr/>
        </p:nvSpPr>
        <p:spPr>
          <a:xfrm>
            <a:off x="3481367" y="3113194"/>
            <a:ext cx="1694514" cy="972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2.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음성 생성 플랫폼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890E72-A40F-420F-8DEC-DA527CD92CBB}"/>
              </a:ext>
            </a:extLst>
          </p:cNvPr>
          <p:cNvSpPr/>
          <p:nvPr/>
        </p:nvSpPr>
        <p:spPr>
          <a:xfrm>
            <a:off x="5500885" y="3099839"/>
            <a:ext cx="1530984" cy="972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3.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서비스 포탈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05CB31-6271-C9AD-213D-7F17F9B564B2}"/>
              </a:ext>
            </a:extLst>
          </p:cNvPr>
          <p:cNvSpPr txBox="1"/>
          <p:nvPr/>
        </p:nvSpPr>
        <p:spPr>
          <a:xfrm>
            <a:off x="3585694" y="3391868"/>
            <a:ext cx="1718719" cy="495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+mj-lt"/>
              <a:buAutoNum type="arabicPeriod"/>
            </a:pP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AI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모델 등록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〮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배포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음성 생성 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API </a:t>
            </a: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음성 모델 카탈로그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Voice Print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및 음성 생성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042BFD-E9F2-DEB0-2A75-6FB51A975423}"/>
              </a:ext>
            </a:extLst>
          </p:cNvPr>
          <p:cNvSpPr txBox="1"/>
          <p:nvPr/>
        </p:nvSpPr>
        <p:spPr>
          <a:xfrm>
            <a:off x="1579596" y="2148346"/>
            <a:ext cx="202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85725" indent="-85725">
              <a:buFont typeface="+mj-lt"/>
              <a:buAutoNum type="arabicPeriod"/>
              <a:defRPr sz="80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defRPr>
            </a:lvl1pPr>
          </a:lstStyle>
          <a:p>
            <a:r>
              <a:rPr lang="ko-KR" altLang="en-US" dirty="0"/>
              <a:t>권리 신탁관리</a:t>
            </a:r>
            <a:endParaRPr lang="en-US" altLang="ko-KR" dirty="0"/>
          </a:p>
          <a:p>
            <a:r>
              <a:rPr lang="ko-KR" altLang="en-US" dirty="0"/>
              <a:t>라이선스 표준계약</a:t>
            </a:r>
            <a:r>
              <a:rPr lang="en-US" altLang="ko-KR" dirty="0"/>
              <a:t>(</a:t>
            </a:r>
            <a:r>
              <a:rPr lang="ko-KR" altLang="en-US" dirty="0"/>
              <a:t>범위</a:t>
            </a:r>
            <a:r>
              <a:rPr lang="en-US" altLang="ko-KR" dirty="0"/>
              <a:t>,</a:t>
            </a:r>
            <a:r>
              <a:rPr lang="ko-KR" altLang="en-US" dirty="0"/>
              <a:t>기간</a:t>
            </a:r>
            <a:r>
              <a:rPr lang="en-US" altLang="ko-KR" dirty="0"/>
              <a:t>,</a:t>
            </a:r>
            <a:r>
              <a:rPr lang="ko-KR" altLang="en-US" dirty="0"/>
              <a:t> 수익배분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개인정보 보호 및 보안 정책</a:t>
            </a:r>
            <a:endParaRPr lang="en-US" altLang="ko-KR" dirty="0"/>
          </a:p>
          <a:p>
            <a:r>
              <a:rPr lang="ko-KR" altLang="en-US" dirty="0"/>
              <a:t>과금 및 정산 내역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8EB0958-696D-0E36-C5B2-16A5305254BF}"/>
              </a:ext>
            </a:extLst>
          </p:cNvPr>
          <p:cNvSpPr/>
          <p:nvPr/>
        </p:nvSpPr>
        <p:spPr>
          <a:xfrm>
            <a:off x="3481366" y="4575371"/>
            <a:ext cx="3493909" cy="746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5.Monitoring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&amp;</a:t>
            </a:r>
            <a:r>
              <a:rPr lang="ko-KR" altLang="en-US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en-US" altLang="ko-KR" sz="12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Audit</a:t>
            </a:r>
            <a:endParaRPr lang="ko-KR" alt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204A30-B9F9-3DBC-0674-59B81C3BE393}"/>
              </a:ext>
            </a:extLst>
          </p:cNvPr>
          <p:cNvSpPr txBox="1"/>
          <p:nvPr/>
        </p:nvSpPr>
        <p:spPr>
          <a:xfrm>
            <a:off x="4337519" y="4873032"/>
            <a:ext cx="1933788" cy="39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85725" indent="-85725">
              <a:buFont typeface="+mj-lt"/>
              <a:buAutoNum type="arabicPeriod"/>
              <a:defRPr sz="80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defRPr>
            </a:lvl1pPr>
          </a:lstStyle>
          <a:p>
            <a:r>
              <a:rPr lang="ko-KR" altLang="en-US" dirty="0"/>
              <a:t>모델 성능 및 품질 모니터링</a:t>
            </a:r>
            <a:endParaRPr lang="en-US" altLang="ko-KR" dirty="0"/>
          </a:p>
          <a:p>
            <a:r>
              <a:rPr lang="ko-KR" altLang="en-US" dirty="0"/>
              <a:t>모델 사용 패턴 분석 및 피드백 수집</a:t>
            </a:r>
            <a:endParaRPr lang="en-US" altLang="ko-KR" dirty="0"/>
          </a:p>
          <a:p>
            <a:r>
              <a:rPr lang="ko-KR" altLang="en-US" dirty="0"/>
              <a:t>모델 재 학습 및 업데이트 관리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FB94A7-A1F6-E5B0-1035-FDEED42EA9D8}"/>
              </a:ext>
            </a:extLst>
          </p:cNvPr>
          <p:cNvSpPr txBox="1"/>
          <p:nvPr/>
        </p:nvSpPr>
        <p:spPr>
          <a:xfrm>
            <a:off x="4269533" y="2133157"/>
            <a:ext cx="2202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모델 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ID,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라이선스 정보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,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버전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스마트 컨트랙트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토큰 관리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모델 사용 내역 기록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,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로열티 자동 정산 및 분배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D71D99-C480-7792-A753-92CB0C495071}"/>
              </a:ext>
            </a:extLst>
          </p:cNvPr>
          <p:cNvSpPr txBox="1"/>
          <p:nvPr/>
        </p:nvSpPr>
        <p:spPr>
          <a:xfrm>
            <a:off x="5603440" y="3364622"/>
            <a:ext cx="1406615" cy="59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토큰 구매 및 관리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AI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모델 정보 검색 및 선택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연기 파라미터 설정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음성 생성 인터페이스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음성 다운로드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B104F-5D35-E395-F1CD-9367BD80FFF1}"/>
              </a:ext>
            </a:extLst>
          </p:cNvPr>
          <p:cNvSpPr txBox="1"/>
          <p:nvPr/>
        </p:nvSpPr>
        <p:spPr>
          <a:xfrm>
            <a:off x="1608826" y="4957524"/>
            <a:ext cx="1350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스크립트 및 음성 데이터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음성 메타 데이터</a:t>
            </a:r>
            <a:endParaRPr lang="en-US" altLang="ko-KR" sz="800" dirty="0">
              <a:solidFill>
                <a:schemeClr val="bg1"/>
              </a:solidFill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연기 표현 데이터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(feature)</a:t>
            </a:r>
          </a:p>
          <a:p>
            <a:pPr marL="85725" indent="-85725">
              <a:buFont typeface="+mj-lt"/>
              <a:buAutoNum type="arabicPeriod"/>
            </a:pP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연기 메타</a:t>
            </a:r>
            <a:r>
              <a:rPr lang="en-US" altLang="ko-KR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 </a:t>
            </a:r>
            <a:r>
              <a:rPr lang="ko-KR" altLang="en-US" sz="800" dirty="0">
                <a:solidFill>
                  <a:schemeClr val="bg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데이터 </a:t>
            </a:r>
          </a:p>
        </p:txBody>
      </p:sp>
      <p:pic>
        <p:nvPicPr>
          <p:cNvPr id="38" name="그래픽 37" descr="사람들 집단  윤곽선">
            <a:extLst>
              <a:ext uri="{FF2B5EF4-FFF2-40B4-BE49-F238E27FC236}">
                <a16:creationId xmlns:a16="http://schemas.microsoft.com/office/drawing/2014/main" id="{DD85BDE1-7FD8-142E-161C-581BB0455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1992" y="3255112"/>
            <a:ext cx="484713" cy="38427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52EAD8A-B2D9-A330-6894-07F4E9A8503E}"/>
              </a:ext>
            </a:extLst>
          </p:cNvPr>
          <p:cNvSpPr txBox="1"/>
          <p:nvPr/>
        </p:nvSpPr>
        <p:spPr>
          <a:xfrm>
            <a:off x="1441371" y="3648896"/>
            <a:ext cx="694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연기자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70D6BCE-3D31-6704-215B-BED8B957429E}"/>
              </a:ext>
            </a:extLst>
          </p:cNvPr>
          <p:cNvGrpSpPr/>
          <p:nvPr/>
        </p:nvGrpSpPr>
        <p:grpSpPr>
          <a:xfrm>
            <a:off x="2439025" y="3253898"/>
            <a:ext cx="595496" cy="386700"/>
            <a:chOff x="3177254" y="1735753"/>
            <a:chExt cx="728650" cy="596843"/>
          </a:xfrm>
        </p:grpSpPr>
        <p:pic>
          <p:nvPicPr>
            <p:cNvPr id="47" name="그래픽 46" descr="인공 지능 단색으로 채워진">
              <a:extLst>
                <a:ext uri="{FF2B5EF4-FFF2-40B4-BE49-F238E27FC236}">
                  <a16:creationId xmlns:a16="http://schemas.microsoft.com/office/drawing/2014/main" id="{B67F3AED-07F0-A64A-B776-C5AE68AE9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04909" y="1735753"/>
              <a:ext cx="358393" cy="358393"/>
            </a:xfrm>
            <a:prstGeom prst="rect">
              <a:avLst/>
            </a:prstGeom>
          </p:spPr>
        </p:pic>
        <p:pic>
          <p:nvPicPr>
            <p:cNvPr id="48" name="그래픽 47" descr="인공 지능 단색으로 채워진">
              <a:extLst>
                <a:ext uri="{FF2B5EF4-FFF2-40B4-BE49-F238E27FC236}">
                  <a16:creationId xmlns:a16="http://schemas.microsoft.com/office/drawing/2014/main" id="{FA9D571E-F87C-56B2-A2B2-AB6C5D2F2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35664" y="1953161"/>
              <a:ext cx="358393" cy="358393"/>
            </a:xfrm>
            <a:prstGeom prst="rect">
              <a:avLst/>
            </a:prstGeom>
          </p:spPr>
        </p:pic>
        <p:pic>
          <p:nvPicPr>
            <p:cNvPr id="49" name="그래픽 48" descr="인공 지능 단색으로 채워진">
              <a:extLst>
                <a:ext uri="{FF2B5EF4-FFF2-40B4-BE49-F238E27FC236}">
                  <a16:creationId xmlns:a16="http://schemas.microsoft.com/office/drawing/2014/main" id="{E16735BC-B0D9-0B36-F361-4E49DA6B0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77254" y="1974203"/>
              <a:ext cx="358393" cy="358393"/>
            </a:xfrm>
            <a:prstGeom prst="rect">
              <a:avLst/>
            </a:prstGeom>
          </p:spPr>
        </p:pic>
        <p:pic>
          <p:nvPicPr>
            <p:cNvPr id="50" name="그래픽 49" descr="인공 지능 단색으로 채워진">
              <a:extLst>
                <a:ext uri="{FF2B5EF4-FFF2-40B4-BE49-F238E27FC236}">
                  <a16:creationId xmlns:a16="http://schemas.microsoft.com/office/drawing/2014/main" id="{0D8AAA01-6391-AD1D-FBB5-40782A559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47511" y="1771705"/>
              <a:ext cx="358393" cy="358393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CB061FC-E4FF-9FB0-3F88-EE9A7495498C}"/>
              </a:ext>
            </a:extLst>
          </p:cNvPr>
          <p:cNvSpPr txBox="1"/>
          <p:nvPr/>
        </p:nvSpPr>
        <p:spPr>
          <a:xfrm>
            <a:off x="2142481" y="3648896"/>
            <a:ext cx="1148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연기자 </a:t>
            </a:r>
            <a:r>
              <a:rPr lang="en-US" altLang="ko-KR" sz="10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AI</a:t>
            </a:r>
            <a:r>
              <a:rPr lang="ko-KR" altLang="en-US" sz="10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음성모델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C3C1D-D1C6-FD8B-8F83-99B8D509776B}"/>
              </a:ext>
            </a:extLst>
          </p:cNvPr>
          <p:cNvSpPr txBox="1"/>
          <p:nvPr/>
        </p:nvSpPr>
        <p:spPr>
          <a:xfrm>
            <a:off x="2086188" y="3379735"/>
            <a:ext cx="327201" cy="199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≒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1CF94F1-F0A7-3B01-C4AD-93604F59BD99}"/>
              </a:ext>
            </a:extLst>
          </p:cNvPr>
          <p:cNvCxnSpPr>
            <a:cxnSpLocks/>
          </p:cNvCxnSpPr>
          <p:nvPr/>
        </p:nvCxnSpPr>
        <p:spPr>
          <a:xfrm flipV="1">
            <a:off x="1788019" y="2753118"/>
            <a:ext cx="0" cy="42209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B143906-48F8-1D25-C83D-C2F6A145283E}"/>
              </a:ext>
            </a:extLst>
          </p:cNvPr>
          <p:cNvCxnSpPr>
            <a:stCxn id="39" idx="2"/>
          </p:cNvCxnSpPr>
          <p:nvPr/>
        </p:nvCxnSpPr>
        <p:spPr>
          <a:xfrm flipH="1">
            <a:off x="1788019" y="3895117"/>
            <a:ext cx="791" cy="424844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828FD33-61D4-C220-F2DD-189AF969FDC4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2713725" y="3895117"/>
            <a:ext cx="3079" cy="36801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7E5800E-2136-5F31-1AE1-0D87C8B46797}"/>
              </a:ext>
            </a:extLst>
          </p:cNvPr>
          <p:cNvCxnSpPr>
            <a:cxnSpLocks/>
          </p:cNvCxnSpPr>
          <p:nvPr/>
        </p:nvCxnSpPr>
        <p:spPr>
          <a:xfrm>
            <a:off x="3076640" y="3548582"/>
            <a:ext cx="387159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02761E2-A6C7-2897-D96C-EA7C2CC8A60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809415" y="2294180"/>
            <a:ext cx="363212" cy="126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AD116A1-4F21-BFDD-6277-1BBC719092E7}"/>
              </a:ext>
            </a:extLst>
          </p:cNvPr>
          <p:cNvCxnSpPr/>
          <p:nvPr/>
        </p:nvCxnSpPr>
        <p:spPr>
          <a:xfrm flipV="1">
            <a:off x="4557291" y="2753118"/>
            <a:ext cx="0" cy="36007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C168973-BE2E-D177-1A93-9DDE3AAF6D9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5175881" y="3586186"/>
            <a:ext cx="325004" cy="13355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DAED512-4CAF-12A9-A461-CEC0B35219DA}"/>
              </a:ext>
            </a:extLst>
          </p:cNvPr>
          <p:cNvCxnSpPr/>
          <p:nvPr/>
        </p:nvCxnSpPr>
        <p:spPr>
          <a:xfrm>
            <a:off x="5851727" y="2753118"/>
            <a:ext cx="0" cy="360076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0B06358-06DE-80AE-DADD-D92205BB669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328624" y="4085888"/>
            <a:ext cx="0" cy="489483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D1EA528-4B8A-DD44-F7B7-5517679D8EFD}"/>
              </a:ext>
            </a:extLst>
          </p:cNvPr>
          <p:cNvCxnSpPr/>
          <p:nvPr/>
        </p:nvCxnSpPr>
        <p:spPr>
          <a:xfrm flipH="1">
            <a:off x="6306747" y="4092574"/>
            <a:ext cx="1" cy="489484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E0C0F1D-7E79-F076-DD42-213CF6B39F48}"/>
              </a:ext>
            </a:extLst>
          </p:cNvPr>
          <p:cNvSpPr/>
          <p:nvPr/>
        </p:nvSpPr>
        <p:spPr>
          <a:xfrm>
            <a:off x="7419680" y="2910073"/>
            <a:ext cx="1417468" cy="6776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10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DubRight with AI</a:t>
            </a:r>
            <a:endParaRPr lang="ko-KR" altLang="en-US" sz="1000" b="1" dirty="0"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DE0E6B-A56C-873E-AFC2-349D76598A61}"/>
              </a:ext>
            </a:extLst>
          </p:cNvPr>
          <p:cNvSpPr txBox="1"/>
          <p:nvPr/>
        </p:nvSpPr>
        <p:spPr>
          <a:xfrm>
            <a:off x="7611048" y="3175528"/>
            <a:ext cx="1140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+mj-lt"/>
              <a:buAutoNum type="arabicPeriod"/>
            </a:pPr>
            <a:r>
              <a:rPr lang="ko-KR" altLang="en-US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아티스트</a:t>
            </a:r>
            <a:r>
              <a:rPr lang="en-US" altLang="ko-KR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캐릭터 선택</a:t>
            </a:r>
            <a:r>
              <a:rPr lang="en-US" altLang="ko-KR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)</a:t>
            </a:r>
          </a:p>
          <a:p>
            <a:pPr marL="85725" indent="-85725">
              <a:buFont typeface="+mj-lt"/>
              <a:buAutoNum type="arabicPeriod"/>
            </a:pPr>
            <a:r>
              <a:rPr lang="en-US" altLang="ko-KR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AI(</a:t>
            </a:r>
            <a:r>
              <a:rPr lang="ko-KR" altLang="en-US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캐릭터 배정</a:t>
            </a:r>
            <a:r>
              <a:rPr lang="en-US" altLang="ko-KR" sz="800" b="1" dirty="0">
                <a:solidFill>
                  <a:schemeClr val="bg1"/>
                </a:solidFill>
                <a:latin typeface="LG Smart UI Light" panose="020B0300000101010101" pitchFamily="50" charset="-127"/>
                <a:ea typeface="LG Smart UI Light" panose="020B0300000101010101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LG Smart UI Light" panose="020B0300000101010101" pitchFamily="50" charset="-127"/>
              <a:ea typeface="LG Smart UI Light" panose="020B0300000101010101" pitchFamily="50" charset="-127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A0F68FE-BCD4-79B2-5A12-2B45D5B010E5}"/>
              </a:ext>
            </a:extLst>
          </p:cNvPr>
          <p:cNvCxnSpPr>
            <a:cxnSpLocks/>
            <a:stCxn id="33" idx="1"/>
            <a:endCxn id="7" idx="4"/>
          </p:cNvCxnSpPr>
          <p:nvPr/>
        </p:nvCxnSpPr>
        <p:spPr>
          <a:xfrm flipH="1">
            <a:off x="3061573" y="4948819"/>
            <a:ext cx="419793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7805C8A-ED03-13C4-4CD9-D1E92ADAE137}"/>
              </a:ext>
            </a:extLst>
          </p:cNvPr>
          <p:cNvSpPr/>
          <p:nvPr/>
        </p:nvSpPr>
        <p:spPr>
          <a:xfrm>
            <a:off x="7440000" y="3692328"/>
            <a:ext cx="1394922" cy="17643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영화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라디오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,TV,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광고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788863A3-9D9E-5B89-714F-28A5B40F86C8}"/>
              </a:ext>
            </a:extLst>
          </p:cNvPr>
          <p:cNvSpPr/>
          <p:nvPr/>
        </p:nvSpPr>
        <p:spPr>
          <a:xfrm>
            <a:off x="7440000" y="3961548"/>
            <a:ext cx="1394922" cy="17643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상담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의료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교육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안내 등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72A854D-A4BB-C2C7-F5E7-BB22AED609DF}"/>
              </a:ext>
            </a:extLst>
          </p:cNvPr>
          <p:cNvSpPr/>
          <p:nvPr/>
        </p:nvSpPr>
        <p:spPr>
          <a:xfrm>
            <a:off x="7440000" y="4232108"/>
            <a:ext cx="1394922" cy="17643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공공</a:t>
            </a:r>
            <a:r>
              <a:rPr lang="en-US" altLang="ko-KR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, </a:t>
            </a:r>
            <a:r>
              <a:rPr lang="ko-KR" altLang="en-US" sz="800" b="1" dirty="0">
                <a:latin typeface="LG Smart UI Light" panose="020B0300000101010101" pitchFamily="50" charset="-127"/>
                <a:ea typeface="LG Smart UI Light" panose="020B0300000101010101" pitchFamily="50" charset="-127"/>
              </a:rPr>
              <a:t>기업 등 음성 컨텐츠 제작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7E17D25-31F1-E8E2-C2A6-C1BCA6F01B4D}"/>
              </a:ext>
            </a:extLst>
          </p:cNvPr>
          <p:cNvGrpSpPr/>
          <p:nvPr/>
        </p:nvGrpSpPr>
        <p:grpSpPr>
          <a:xfrm>
            <a:off x="7854288" y="2186665"/>
            <a:ext cx="566345" cy="502352"/>
            <a:chOff x="10517036" y="848382"/>
            <a:chExt cx="850254" cy="1124475"/>
          </a:xfrm>
        </p:grpSpPr>
        <p:pic>
          <p:nvPicPr>
            <p:cNvPr id="57" name="그래픽 56" descr="사람들 집단  윤곽선">
              <a:extLst>
                <a:ext uri="{FF2B5EF4-FFF2-40B4-BE49-F238E27FC236}">
                  <a16:creationId xmlns:a16="http://schemas.microsoft.com/office/drawing/2014/main" id="{FBECCB14-C867-DD4F-DDB5-6E2E2B443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40156" y="848382"/>
              <a:ext cx="593095" cy="59309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68BAFC5-0C6B-336C-6224-28ACDC0E5644}"/>
                </a:ext>
              </a:extLst>
            </p:cNvPr>
            <p:cNvSpPr txBox="1"/>
            <p:nvPr/>
          </p:nvSpPr>
          <p:spPr>
            <a:xfrm>
              <a:off x="10517036" y="1456158"/>
              <a:ext cx="850254" cy="516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chemeClr val="bg2">
                      <a:lumMod val="50000"/>
                    </a:schemeClr>
                  </a:solidFill>
                  <a:latin typeface="LG Smart UI Bold" panose="020B0800000101010101" pitchFamily="50" charset="-127"/>
                  <a:ea typeface="LG Smart UI Bold" panose="020B0800000101010101" pitchFamily="50" charset="-127"/>
                </a:rPr>
                <a:t>연기자</a:t>
              </a:r>
            </a:p>
          </p:txBody>
        </p:sp>
      </p:grp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402F5E3-A59E-B975-50CA-25450C457AF2}"/>
              </a:ext>
            </a:extLst>
          </p:cNvPr>
          <p:cNvCxnSpPr>
            <a:cxnSpLocks/>
            <a:stCxn id="58" idx="2"/>
            <a:endCxn id="42" idx="0"/>
          </p:cNvCxnSpPr>
          <p:nvPr/>
        </p:nvCxnSpPr>
        <p:spPr>
          <a:xfrm flipH="1">
            <a:off x="8128414" y="2689017"/>
            <a:ext cx="9047" cy="221056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연결선: 구부러짐 63">
            <a:extLst>
              <a:ext uri="{FF2B5EF4-FFF2-40B4-BE49-F238E27FC236}">
                <a16:creationId xmlns:a16="http://schemas.microsoft.com/office/drawing/2014/main" id="{4712C793-1991-E095-5113-3D430D5CC6D3}"/>
              </a:ext>
            </a:extLst>
          </p:cNvPr>
          <p:cNvCxnSpPr>
            <a:cxnSpLocks/>
            <a:stCxn id="10" idx="3"/>
            <a:endCxn id="42" idx="1"/>
          </p:cNvCxnSpPr>
          <p:nvPr/>
        </p:nvCxnSpPr>
        <p:spPr>
          <a:xfrm flipV="1">
            <a:off x="7031869" y="3248898"/>
            <a:ext cx="387811" cy="337288"/>
          </a:xfrm>
          <a:prstGeom prst="curvedConnector3">
            <a:avLst/>
          </a:prstGeom>
          <a:ln w="317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90C8F14F-CCB4-A1F0-9CB0-6FAFB7D532B2}"/>
              </a:ext>
            </a:extLst>
          </p:cNvPr>
          <p:cNvCxnSpPr>
            <a:cxnSpLocks/>
            <a:stCxn id="10" idx="3"/>
            <a:endCxn id="54" idx="1"/>
          </p:cNvCxnSpPr>
          <p:nvPr/>
        </p:nvCxnSpPr>
        <p:spPr>
          <a:xfrm>
            <a:off x="7031869" y="3586186"/>
            <a:ext cx="408131" cy="194359"/>
          </a:xfrm>
          <a:prstGeom prst="curvedConnector3">
            <a:avLst/>
          </a:prstGeom>
          <a:ln w="317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구부러짐 67">
            <a:extLst>
              <a:ext uri="{FF2B5EF4-FFF2-40B4-BE49-F238E27FC236}">
                <a16:creationId xmlns:a16="http://schemas.microsoft.com/office/drawing/2014/main" id="{0A186B89-FAFF-C838-0240-B65E6782E74D}"/>
              </a:ext>
            </a:extLst>
          </p:cNvPr>
          <p:cNvCxnSpPr>
            <a:cxnSpLocks/>
            <a:stCxn id="10" idx="3"/>
            <a:endCxn id="55" idx="1"/>
          </p:cNvCxnSpPr>
          <p:nvPr/>
        </p:nvCxnSpPr>
        <p:spPr>
          <a:xfrm>
            <a:off x="7031869" y="3586186"/>
            <a:ext cx="408131" cy="463579"/>
          </a:xfrm>
          <a:prstGeom prst="curvedConnector3">
            <a:avLst/>
          </a:prstGeom>
          <a:ln w="317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094D3A50-8BA2-6E57-EE93-1D6A3F04C2FB}"/>
              </a:ext>
            </a:extLst>
          </p:cNvPr>
          <p:cNvCxnSpPr>
            <a:cxnSpLocks/>
            <a:stCxn id="10" idx="3"/>
            <a:endCxn id="56" idx="1"/>
          </p:cNvCxnSpPr>
          <p:nvPr/>
        </p:nvCxnSpPr>
        <p:spPr>
          <a:xfrm>
            <a:off x="7031869" y="3586186"/>
            <a:ext cx="408131" cy="734139"/>
          </a:xfrm>
          <a:prstGeom prst="curvedConnector3">
            <a:avLst/>
          </a:prstGeom>
          <a:ln w="317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7FF381D-447D-6A02-F1E6-8E919A839983}"/>
              </a:ext>
            </a:extLst>
          </p:cNvPr>
          <p:cNvSpPr txBox="1"/>
          <p:nvPr/>
        </p:nvSpPr>
        <p:spPr>
          <a:xfrm>
            <a:off x="9234540" y="2679241"/>
            <a:ext cx="850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Puddingtoon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5325751-F543-F44B-7639-1F3288C3322A}"/>
              </a:ext>
            </a:extLst>
          </p:cNvPr>
          <p:cNvSpPr txBox="1"/>
          <p:nvPr/>
        </p:nvSpPr>
        <p:spPr>
          <a:xfrm>
            <a:off x="9234540" y="2953622"/>
            <a:ext cx="850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Bogopang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9A34A2-24EE-A1ED-0423-2DD5A1CFF131}"/>
              </a:ext>
            </a:extLst>
          </p:cNvPr>
          <p:cNvSpPr txBox="1"/>
          <p:nvPr/>
        </p:nvSpPr>
        <p:spPr>
          <a:xfrm>
            <a:off x="9234540" y="3228003"/>
            <a:ext cx="850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Dobedobob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C383CBF-7E5A-EF02-57A1-0DC2F6A0DA17}"/>
              </a:ext>
            </a:extLst>
          </p:cNvPr>
          <p:cNvSpPr txBox="1"/>
          <p:nvPr/>
        </p:nvSpPr>
        <p:spPr>
          <a:xfrm>
            <a:off x="9234540" y="3502384"/>
            <a:ext cx="850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Pickmetoon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D8958F9-08DE-348B-CDC3-8D7A2DFADE07}"/>
              </a:ext>
            </a:extLst>
          </p:cNvPr>
          <p:cNvSpPr txBox="1"/>
          <p:nvPr/>
        </p:nvSpPr>
        <p:spPr>
          <a:xfrm>
            <a:off x="9234540" y="1880267"/>
            <a:ext cx="6951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MusicShot</a:t>
            </a:r>
          </a:p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(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보컬조합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)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3F9C80C-C132-ED06-093C-CE763EAB2BAA}"/>
              </a:ext>
            </a:extLst>
          </p:cNvPr>
          <p:cNvSpPr txBox="1"/>
          <p:nvPr/>
        </p:nvSpPr>
        <p:spPr>
          <a:xfrm>
            <a:off x="9234540" y="3776765"/>
            <a:ext cx="8505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  <a:latin typeface="HGSSoeiKakugothicUB" panose="020B0A00000000000000" pitchFamily="34" charset="-128"/>
                <a:ea typeface="HGSSoeiKakugothicUB" panose="020B0A00000000000000" pitchFamily="34" charset="-128"/>
                <a:cs typeface="ADLaM Display" panose="02010000000000000000" pitchFamily="2" charset="0"/>
              </a:rPr>
              <a:t>•••••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  <a:latin typeface="HGSSoeiKakugothicUB" panose="020B0A00000000000000" pitchFamily="34" charset="-128"/>
              <a:cs typeface="ADLaM Display" panose="02010000000000000000" pitchFamily="2" charset="0"/>
            </a:endParaRPr>
          </a:p>
        </p:txBody>
      </p: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A75EB741-6D87-CDD6-7B28-6CCC9CC5F5B1}"/>
              </a:ext>
            </a:extLst>
          </p:cNvPr>
          <p:cNvCxnSpPr>
            <a:cxnSpLocks/>
            <a:stCxn id="42" idx="3"/>
            <a:endCxn id="107" idx="1"/>
          </p:cNvCxnSpPr>
          <p:nvPr/>
        </p:nvCxnSpPr>
        <p:spPr>
          <a:xfrm flipV="1">
            <a:off x="8837148" y="2786963"/>
            <a:ext cx="397392" cy="461935"/>
          </a:xfrm>
          <a:prstGeom prst="curvedConnector3">
            <a:avLst/>
          </a:prstGeom>
          <a:ln w="31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구부러짐 118">
            <a:extLst>
              <a:ext uri="{FF2B5EF4-FFF2-40B4-BE49-F238E27FC236}">
                <a16:creationId xmlns:a16="http://schemas.microsoft.com/office/drawing/2014/main" id="{5229E9AF-BFCF-BADD-67AD-182B47DF9507}"/>
              </a:ext>
            </a:extLst>
          </p:cNvPr>
          <p:cNvCxnSpPr>
            <a:cxnSpLocks/>
            <a:stCxn id="42" idx="3"/>
            <a:endCxn id="108" idx="1"/>
          </p:cNvCxnSpPr>
          <p:nvPr/>
        </p:nvCxnSpPr>
        <p:spPr>
          <a:xfrm flipV="1">
            <a:off x="8837148" y="3061344"/>
            <a:ext cx="397392" cy="187554"/>
          </a:xfrm>
          <a:prstGeom prst="curvedConnector3">
            <a:avLst/>
          </a:prstGeom>
          <a:ln w="31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6658CC0F-656D-0972-D500-74324D46FB93}"/>
              </a:ext>
            </a:extLst>
          </p:cNvPr>
          <p:cNvCxnSpPr>
            <a:cxnSpLocks/>
            <a:stCxn id="42" idx="3"/>
            <a:endCxn id="109" idx="1"/>
          </p:cNvCxnSpPr>
          <p:nvPr/>
        </p:nvCxnSpPr>
        <p:spPr>
          <a:xfrm>
            <a:off x="8837148" y="3248898"/>
            <a:ext cx="397392" cy="86827"/>
          </a:xfrm>
          <a:prstGeom prst="curvedConnector3">
            <a:avLst/>
          </a:prstGeom>
          <a:ln w="31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연결선: 구부러짐 122">
            <a:extLst>
              <a:ext uri="{FF2B5EF4-FFF2-40B4-BE49-F238E27FC236}">
                <a16:creationId xmlns:a16="http://schemas.microsoft.com/office/drawing/2014/main" id="{3505687B-CAA6-0543-BCD4-2C08042C4404}"/>
              </a:ext>
            </a:extLst>
          </p:cNvPr>
          <p:cNvCxnSpPr>
            <a:cxnSpLocks/>
            <a:stCxn id="42" idx="3"/>
            <a:endCxn id="110" idx="1"/>
          </p:cNvCxnSpPr>
          <p:nvPr/>
        </p:nvCxnSpPr>
        <p:spPr>
          <a:xfrm>
            <a:off x="8837148" y="3248898"/>
            <a:ext cx="397392" cy="361208"/>
          </a:xfrm>
          <a:prstGeom prst="curvedConnector3">
            <a:avLst/>
          </a:prstGeom>
          <a:ln w="31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구부러짐 124">
            <a:extLst>
              <a:ext uri="{FF2B5EF4-FFF2-40B4-BE49-F238E27FC236}">
                <a16:creationId xmlns:a16="http://schemas.microsoft.com/office/drawing/2014/main" id="{E68B96AF-8D57-FE7F-E08E-BFD91BE82EBE}"/>
              </a:ext>
            </a:extLst>
          </p:cNvPr>
          <p:cNvCxnSpPr>
            <a:stCxn id="42" idx="3"/>
            <a:endCxn id="112" idx="1"/>
          </p:cNvCxnSpPr>
          <p:nvPr/>
        </p:nvCxnSpPr>
        <p:spPr>
          <a:xfrm>
            <a:off x="8837148" y="3248898"/>
            <a:ext cx="397392" cy="635589"/>
          </a:xfrm>
          <a:prstGeom prst="curvedConnector3">
            <a:avLst/>
          </a:prstGeom>
          <a:ln w="31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6441C984-E4FD-F493-A2F5-137E77E3B837}"/>
              </a:ext>
            </a:extLst>
          </p:cNvPr>
          <p:cNvCxnSpPr>
            <a:cxnSpLocks/>
            <a:stCxn id="8" idx="0"/>
            <a:endCxn id="111" idx="0"/>
          </p:cNvCxnSpPr>
          <p:nvPr/>
        </p:nvCxnSpPr>
        <p:spPr>
          <a:xfrm rot="16200000" flipH="1">
            <a:off x="7449888" y="-251942"/>
            <a:ext cx="44900" cy="4219519"/>
          </a:xfrm>
          <a:prstGeom prst="bentConnector3">
            <a:avLst>
              <a:gd name="adj1" fmla="val -509131"/>
            </a:avLst>
          </a:prstGeom>
          <a:ln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65CC0692-F50D-42CA-EA1E-0CF080F0852B}"/>
              </a:ext>
            </a:extLst>
          </p:cNvPr>
          <p:cNvSpPr txBox="1"/>
          <p:nvPr/>
        </p:nvSpPr>
        <p:spPr>
          <a:xfrm>
            <a:off x="3564311" y="1016353"/>
            <a:ext cx="3549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</a:t>
            </a:r>
            <a:r>
              <a:rPr lang="ko-KR" altLang="en-US" sz="16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음성권리 관리 체계 이미지 </a:t>
            </a:r>
          </a:p>
        </p:txBody>
      </p:sp>
    </p:spTree>
    <p:extLst>
      <p:ext uri="{BB962C8B-B14F-4D97-AF65-F5344CB8AC3E}">
        <p14:creationId xmlns:p14="http://schemas.microsoft.com/office/powerpoint/2010/main" val="357069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6132</TotalTime>
  <Words>220</Words>
  <Application>Microsoft Office PowerPoint</Application>
  <PresentationFormat>와이드스크린</PresentationFormat>
  <Paragraphs>58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HGSSoeiKakugothicUB</vt:lpstr>
      <vt:lpstr>LG Smart UI Bold</vt:lpstr>
      <vt:lpstr>LG Smart UI Light</vt:lpstr>
      <vt:lpstr>LG Smart UI SemiBold</vt:lpstr>
      <vt:lpstr>맑은 고딕</vt:lpstr>
      <vt:lpstr>ADLaM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 균은</dc:creator>
  <cp:lastModifiedBy>장 균은</cp:lastModifiedBy>
  <cp:revision>1</cp:revision>
  <dcterms:created xsi:type="dcterms:W3CDTF">2025-02-28T10:01:05Z</dcterms:created>
  <dcterms:modified xsi:type="dcterms:W3CDTF">2025-03-06T05:32:10Z</dcterms:modified>
</cp:coreProperties>
</file>