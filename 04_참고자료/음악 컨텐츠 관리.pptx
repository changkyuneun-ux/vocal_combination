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CECB7-C97B-446F-A150-D61D54A7B018}" v="32" dt="2025-01-21T10:58:15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장 균은" userId="454ed611-ca30-4098-8f59-2033736d6f3a" providerId="ADAL" clId="{03FCECB7-C97B-446F-A150-D61D54A7B018}"/>
    <pc:docChg chg="undo custSel addSld delSld modSld">
      <pc:chgData name="장 균은" userId="454ed611-ca30-4098-8f59-2033736d6f3a" providerId="ADAL" clId="{03FCECB7-C97B-446F-A150-D61D54A7B018}" dt="2025-01-21T10:58:35.330" v="564" actId="1076"/>
      <pc:docMkLst>
        <pc:docMk/>
      </pc:docMkLst>
      <pc:sldChg chg="addSp modSp mod">
        <pc:chgData name="장 균은" userId="454ed611-ca30-4098-8f59-2033736d6f3a" providerId="ADAL" clId="{03FCECB7-C97B-446F-A150-D61D54A7B018}" dt="2025-01-10T01:57:33.521" v="129" actId="20577"/>
        <pc:sldMkLst>
          <pc:docMk/>
          <pc:sldMk cId="465789874" sldId="258"/>
        </pc:sldMkLst>
        <pc:spChg chg="add mod">
          <ac:chgData name="장 균은" userId="454ed611-ca30-4098-8f59-2033736d6f3a" providerId="ADAL" clId="{03FCECB7-C97B-446F-A150-D61D54A7B018}" dt="2025-01-10T01:57:33.521" v="129" actId="20577"/>
          <ac:spMkLst>
            <pc:docMk/>
            <pc:sldMk cId="465789874" sldId="258"/>
            <ac:spMk id="10" creationId="{63BFCD4E-CE08-26B7-7100-22829753D8D2}"/>
          </ac:spMkLst>
        </pc:spChg>
        <pc:picChg chg="mod">
          <ac:chgData name="장 균은" userId="454ed611-ca30-4098-8f59-2033736d6f3a" providerId="ADAL" clId="{03FCECB7-C97B-446F-A150-D61D54A7B018}" dt="2025-01-10T01:57:17.927" v="105" actId="1076"/>
          <ac:picMkLst>
            <pc:docMk/>
            <pc:sldMk cId="465789874" sldId="258"/>
            <ac:picMk id="9" creationId="{DEDEE702-125A-5413-4622-C0D777D12F94}"/>
          </ac:picMkLst>
        </pc:picChg>
      </pc:sldChg>
      <pc:sldChg chg="addSp modSp mod">
        <pc:chgData name="장 균은" userId="454ed611-ca30-4098-8f59-2033736d6f3a" providerId="ADAL" clId="{03FCECB7-C97B-446F-A150-D61D54A7B018}" dt="2025-01-10T03:51:44.736" v="206" actId="208"/>
        <pc:sldMkLst>
          <pc:docMk/>
          <pc:sldMk cId="859048905" sldId="259"/>
        </pc:sldMkLst>
        <pc:spChg chg="mod">
          <ac:chgData name="장 균은" userId="454ed611-ca30-4098-8f59-2033736d6f3a" providerId="ADAL" clId="{03FCECB7-C97B-446F-A150-D61D54A7B018}" dt="2025-01-10T03:51:10.060" v="197" actId="1076"/>
          <ac:spMkLst>
            <pc:docMk/>
            <pc:sldMk cId="859048905" sldId="259"/>
            <ac:spMk id="4" creationId="{076B2A31-1ED2-C2F5-ECDA-20ACB6A38209}"/>
          </ac:spMkLst>
        </pc:spChg>
        <pc:spChg chg="mod">
          <ac:chgData name="장 균은" userId="454ed611-ca30-4098-8f59-2033736d6f3a" providerId="ADAL" clId="{03FCECB7-C97B-446F-A150-D61D54A7B018}" dt="2025-01-10T03:25:07.272" v="195" actId="255"/>
          <ac:spMkLst>
            <pc:docMk/>
            <pc:sldMk cId="859048905" sldId="259"/>
            <ac:spMk id="5" creationId="{3E171370-AF00-66AD-759D-66D1C0ACE03E}"/>
          </ac:spMkLst>
        </pc:spChg>
        <pc:spChg chg="mod">
          <ac:chgData name="장 균은" userId="454ed611-ca30-4098-8f59-2033736d6f3a" providerId="ADAL" clId="{03FCECB7-C97B-446F-A150-D61D54A7B018}" dt="2025-01-10T01:54:25.773" v="2" actId="1076"/>
          <ac:spMkLst>
            <pc:docMk/>
            <pc:sldMk cId="859048905" sldId="259"/>
            <ac:spMk id="8" creationId="{D7182DEC-00F7-B85C-1FF7-5D6BC6A8411F}"/>
          </ac:spMkLst>
        </pc:spChg>
        <pc:spChg chg="mod">
          <ac:chgData name="장 균은" userId="454ed611-ca30-4098-8f59-2033736d6f3a" providerId="ADAL" clId="{03FCECB7-C97B-446F-A150-D61D54A7B018}" dt="2025-01-10T03:25:07.272" v="195" actId="255"/>
          <ac:spMkLst>
            <pc:docMk/>
            <pc:sldMk cId="859048905" sldId="259"/>
            <ac:spMk id="9" creationId="{B7447116-8CBB-5CC7-4D91-0B1ABA8476AE}"/>
          </ac:spMkLst>
        </pc:spChg>
        <pc:spChg chg="mod">
          <ac:chgData name="장 균은" userId="454ed611-ca30-4098-8f59-2033736d6f3a" providerId="ADAL" clId="{03FCECB7-C97B-446F-A150-D61D54A7B018}" dt="2025-01-10T03:25:07.272" v="195" actId="255"/>
          <ac:spMkLst>
            <pc:docMk/>
            <pc:sldMk cId="859048905" sldId="259"/>
            <ac:spMk id="10" creationId="{BC971639-4752-DD8C-2F7F-4C7CF544373C}"/>
          </ac:spMkLst>
        </pc:spChg>
        <pc:spChg chg="mod">
          <ac:chgData name="장 균은" userId="454ed611-ca30-4098-8f59-2033736d6f3a" providerId="ADAL" clId="{03FCECB7-C97B-446F-A150-D61D54A7B018}" dt="2025-01-10T01:54:25.773" v="2" actId="1076"/>
          <ac:spMkLst>
            <pc:docMk/>
            <pc:sldMk cId="859048905" sldId="259"/>
            <ac:spMk id="16" creationId="{5889CEE5-CFEC-81D3-DC1F-18F5016868C4}"/>
          </ac:spMkLst>
        </pc:spChg>
        <pc:spChg chg="mod">
          <ac:chgData name="장 균은" userId="454ed611-ca30-4098-8f59-2033736d6f3a" providerId="ADAL" clId="{03FCECB7-C97B-446F-A150-D61D54A7B018}" dt="2025-01-10T01:54:25.773" v="2" actId="1076"/>
          <ac:spMkLst>
            <pc:docMk/>
            <pc:sldMk cId="859048905" sldId="259"/>
            <ac:spMk id="18" creationId="{632D830B-A92D-0AC0-25BB-63FF8BA5DAA2}"/>
          </ac:spMkLst>
        </pc:spChg>
        <pc:spChg chg="mod">
          <ac:chgData name="장 균은" userId="454ed611-ca30-4098-8f59-2033736d6f3a" providerId="ADAL" clId="{03FCECB7-C97B-446F-A150-D61D54A7B018}" dt="2025-01-10T03:51:18.049" v="199" actId="1076"/>
          <ac:spMkLst>
            <pc:docMk/>
            <pc:sldMk cId="859048905" sldId="259"/>
            <ac:spMk id="20" creationId="{E55A18E2-7C8F-5BBF-54FA-0467E0427BC4}"/>
          </ac:spMkLst>
        </pc:spChg>
        <pc:spChg chg="mod">
          <ac:chgData name="장 균은" userId="454ed611-ca30-4098-8f59-2033736d6f3a" providerId="ADAL" clId="{03FCECB7-C97B-446F-A150-D61D54A7B018}" dt="2025-01-10T03:51:14.625" v="198" actId="1076"/>
          <ac:spMkLst>
            <pc:docMk/>
            <pc:sldMk cId="859048905" sldId="259"/>
            <ac:spMk id="21" creationId="{C0866670-CE4B-ED8E-C94D-9B8DBB87E2E9}"/>
          </ac:spMkLst>
        </pc:spChg>
        <pc:spChg chg="add mod">
          <ac:chgData name="장 균은" userId="454ed611-ca30-4098-8f59-2033736d6f3a" providerId="ADAL" clId="{03FCECB7-C97B-446F-A150-D61D54A7B018}" dt="2025-01-10T01:57:08.236" v="103" actId="113"/>
          <ac:spMkLst>
            <pc:docMk/>
            <pc:sldMk cId="859048905" sldId="259"/>
            <ac:spMk id="30" creationId="{F09C842A-F206-3B39-F179-EB47FE98548F}"/>
          </ac:spMkLst>
        </pc:spChg>
        <pc:picChg chg="mod">
          <ac:chgData name="장 균은" userId="454ed611-ca30-4098-8f59-2033736d6f3a" providerId="ADAL" clId="{03FCECB7-C97B-446F-A150-D61D54A7B018}" dt="2025-01-10T03:51:24.391" v="200" actId="1076"/>
          <ac:picMkLst>
            <pc:docMk/>
            <pc:sldMk cId="859048905" sldId="259"/>
            <ac:picMk id="23" creationId="{FE78C239-63B6-45AB-F411-119284890993}"/>
          </ac:picMkLst>
        </pc:picChg>
        <pc:cxnChg chg="mod">
          <ac:chgData name="장 균은" userId="454ed611-ca30-4098-8f59-2033736d6f3a" providerId="ADAL" clId="{03FCECB7-C97B-446F-A150-D61D54A7B018}" dt="2025-01-10T03:51:42.033" v="205" actId="208"/>
          <ac:cxnSpMkLst>
            <pc:docMk/>
            <pc:sldMk cId="859048905" sldId="259"/>
            <ac:cxnSpMk id="7" creationId="{0FFFE413-4537-7AFE-BF49-D4004DE2DFBC}"/>
          </ac:cxnSpMkLst>
        </pc:cxnChg>
        <pc:cxnChg chg="mod">
          <ac:chgData name="장 균은" userId="454ed611-ca30-4098-8f59-2033736d6f3a" providerId="ADAL" clId="{03FCECB7-C97B-446F-A150-D61D54A7B018}" dt="2025-01-10T03:51:39.559" v="204" actId="208"/>
          <ac:cxnSpMkLst>
            <pc:docMk/>
            <pc:sldMk cId="859048905" sldId="259"/>
            <ac:cxnSpMk id="13" creationId="{32655EAC-B0BB-E107-AB68-C16CE9624247}"/>
          </ac:cxnSpMkLst>
        </pc:cxnChg>
        <pc:cxnChg chg="mod">
          <ac:chgData name="장 균은" userId="454ed611-ca30-4098-8f59-2033736d6f3a" providerId="ADAL" clId="{03FCECB7-C97B-446F-A150-D61D54A7B018}" dt="2025-01-10T03:51:36.981" v="203" actId="14100"/>
          <ac:cxnSpMkLst>
            <pc:docMk/>
            <pc:sldMk cId="859048905" sldId="259"/>
            <ac:cxnSpMk id="15" creationId="{F36E505E-BD6D-9B13-1EB7-8A8223656E9B}"/>
          </ac:cxnSpMkLst>
        </pc:cxnChg>
        <pc:cxnChg chg="mod">
          <ac:chgData name="장 균은" userId="454ed611-ca30-4098-8f59-2033736d6f3a" providerId="ADAL" clId="{03FCECB7-C97B-446F-A150-D61D54A7B018}" dt="2025-01-10T03:51:44.736" v="206" actId="208"/>
          <ac:cxnSpMkLst>
            <pc:docMk/>
            <pc:sldMk cId="859048905" sldId="259"/>
            <ac:cxnSpMk id="25" creationId="{C29606D8-CBD8-CC43-0CDC-7AF0500713B2}"/>
          </ac:cxnSpMkLst>
        </pc:cxnChg>
        <pc:cxnChg chg="mod">
          <ac:chgData name="장 균은" userId="454ed611-ca30-4098-8f59-2033736d6f3a" providerId="ADAL" clId="{03FCECB7-C97B-446F-A150-D61D54A7B018}" dt="2025-01-10T03:51:31.366" v="201" actId="208"/>
          <ac:cxnSpMkLst>
            <pc:docMk/>
            <pc:sldMk cId="859048905" sldId="259"/>
            <ac:cxnSpMk id="27" creationId="{447B480C-0B20-57A6-3FD5-CC63525825F8}"/>
          </ac:cxnSpMkLst>
        </pc:cxnChg>
      </pc:sldChg>
      <pc:sldChg chg="del">
        <pc:chgData name="장 균은" userId="454ed611-ca30-4098-8f59-2033736d6f3a" providerId="ADAL" clId="{03FCECB7-C97B-446F-A150-D61D54A7B018}" dt="2025-01-10T01:54:13.361" v="0" actId="47"/>
        <pc:sldMkLst>
          <pc:docMk/>
          <pc:sldMk cId="2165195402" sldId="260"/>
        </pc:sldMkLst>
      </pc:sldChg>
      <pc:sldChg chg="addSp delSp modSp new mod setBg">
        <pc:chgData name="장 균은" userId="454ed611-ca30-4098-8f59-2033736d6f3a" providerId="ADAL" clId="{03FCECB7-C97B-446F-A150-D61D54A7B018}" dt="2025-01-10T03:53:35.044" v="210" actId="26606"/>
        <pc:sldMkLst>
          <pc:docMk/>
          <pc:sldMk cId="2256821925" sldId="260"/>
        </pc:sldMkLst>
        <pc:spChg chg="add mod">
          <ac:chgData name="장 균은" userId="454ed611-ca30-4098-8f59-2033736d6f3a" providerId="ADAL" clId="{03FCECB7-C97B-446F-A150-D61D54A7B018}" dt="2025-01-10T03:53:35.044" v="210" actId="26606"/>
          <ac:spMkLst>
            <pc:docMk/>
            <pc:sldMk cId="2256821925" sldId="260"/>
            <ac:spMk id="4" creationId="{88BAA4D8-C55C-7103-C984-AA83FCE82C1B}"/>
          </ac:spMkLst>
        </pc:spChg>
        <pc:picChg chg="add mod">
          <ac:chgData name="장 균은" userId="454ed611-ca30-4098-8f59-2033736d6f3a" providerId="ADAL" clId="{03FCECB7-C97B-446F-A150-D61D54A7B018}" dt="2025-01-10T03:53:35.044" v="210" actId="26606"/>
          <ac:picMkLst>
            <pc:docMk/>
            <pc:sldMk cId="2256821925" sldId="260"/>
            <ac:picMk id="8" creationId="{15FE60F6-2DDE-1CA9-E32B-3CA404A78373}"/>
          </ac:picMkLst>
        </pc:picChg>
      </pc:sldChg>
      <pc:sldChg chg="del">
        <pc:chgData name="장 균은" userId="454ed611-ca30-4098-8f59-2033736d6f3a" providerId="ADAL" clId="{03FCECB7-C97B-446F-A150-D61D54A7B018}" dt="2025-01-10T01:54:14.237" v="1" actId="47"/>
        <pc:sldMkLst>
          <pc:docMk/>
          <pc:sldMk cId="2507781639" sldId="261"/>
        </pc:sldMkLst>
      </pc:sldChg>
      <pc:sldChg chg="addSp delSp modSp new mod">
        <pc:chgData name="장 균은" userId="454ed611-ca30-4098-8f59-2033736d6f3a" providerId="ADAL" clId="{03FCECB7-C97B-446F-A150-D61D54A7B018}" dt="2025-01-21T10:58:35.330" v="564" actId="1076"/>
        <pc:sldMkLst>
          <pc:docMk/>
          <pc:sldMk cId="3968961159" sldId="261"/>
        </pc:sldMkLst>
        <pc:spChg chg="del">
          <ac:chgData name="장 균은" userId="454ed611-ca30-4098-8f59-2033736d6f3a" providerId="ADAL" clId="{03FCECB7-C97B-446F-A150-D61D54A7B018}" dt="2025-01-21T10:44:07.188" v="212" actId="478"/>
          <ac:spMkLst>
            <pc:docMk/>
            <pc:sldMk cId="3968961159" sldId="261"/>
            <ac:spMk id="2" creationId="{1208EAF3-161A-CD2F-FA92-02042BE2E39D}"/>
          </ac:spMkLst>
        </pc:spChg>
        <pc:spChg chg="del">
          <ac:chgData name="장 균은" userId="454ed611-ca30-4098-8f59-2033736d6f3a" providerId="ADAL" clId="{03FCECB7-C97B-446F-A150-D61D54A7B018}" dt="2025-01-21T10:44:07.188" v="212" actId="478"/>
          <ac:spMkLst>
            <pc:docMk/>
            <pc:sldMk cId="3968961159" sldId="261"/>
            <ac:spMk id="3" creationId="{ADF415CC-5CAF-48AB-447C-06AFC3030AB9}"/>
          </ac:spMkLst>
        </pc:spChg>
        <pc:spChg chg="add mod">
          <ac:chgData name="장 균은" userId="454ed611-ca30-4098-8f59-2033736d6f3a" providerId="ADAL" clId="{03FCECB7-C97B-446F-A150-D61D54A7B018}" dt="2025-01-21T10:58:35.330" v="564" actId="1076"/>
          <ac:spMkLst>
            <pc:docMk/>
            <pc:sldMk cId="3968961159" sldId="261"/>
            <ac:spMk id="4" creationId="{1F13E81E-10E2-72AD-6E5B-E0AD33082871}"/>
          </ac:spMkLst>
        </pc:spChg>
        <pc:spChg chg="add mod">
          <ac:chgData name="장 균은" userId="454ed611-ca30-4098-8f59-2033736d6f3a" providerId="ADAL" clId="{03FCECB7-C97B-446F-A150-D61D54A7B018}" dt="2025-01-21T10:58:35.330" v="564" actId="1076"/>
          <ac:spMkLst>
            <pc:docMk/>
            <pc:sldMk cId="3968961159" sldId="261"/>
            <ac:spMk id="5" creationId="{6749678C-FDFB-9B9D-D2FA-53563206941E}"/>
          </ac:spMkLst>
        </pc:spChg>
        <pc:spChg chg="add mod">
          <ac:chgData name="장 균은" userId="454ed611-ca30-4098-8f59-2033736d6f3a" providerId="ADAL" clId="{03FCECB7-C97B-446F-A150-D61D54A7B018}" dt="2025-01-21T10:58:35.330" v="564" actId="1076"/>
          <ac:spMkLst>
            <pc:docMk/>
            <pc:sldMk cId="3968961159" sldId="261"/>
            <ac:spMk id="6" creationId="{8BF3DF53-C437-05BE-F094-0A5084E90F43}"/>
          </ac:spMkLst>
        </pc:spChg>
        <pc:spChg chg="add mod">
          <ac:chgData name="장 균은" userId="454ed611-ca30-4098-8f59-2033736d6f3a" providerId="ADAL" clId="{03FCECB7-C97B-446F-A150-D61D54A7B018}" dt="2025-01-21T10:58:35.330" v="564" actId="1076"/>
          <ac:spMkLst>
            <pc:docMk/>
            <pc:sldMk cId="3968961159" sldId="261"/>
            <ac:spMk id="14" creationId="{A26C6988-F05A-D383-35EB-1A479FC69DAC}"/>
          </ac:spMkLst>
        </pc:spChg>
        <pc:spChg chg="add mod">
          <ac:chgData name="장 균은" userId="454ed611-ca30-4098-8f59-2033736d6f3a" providerId="ADAL" clId="{03FCECB7-C97B-446F-A150-D61D54A7B018}" dt="2025-01-21T10:58:35.330" v="564" actId="1076"/>
          <ac:spMkLst>
            <pc:docMk/>
            <pc:sldMk cId="3968961159" sldId="261"/>
            <ac:spMk id="15" creationId="{809229F9-0735-44D0-DEC2-0E8C35B3A6BD}"/>
          </ac:spMkLst>
        </pc:spChg>
        <pc:spChg chg="add mod ord">
          <ac:chgData name="장 균은" userId="454ed611-ca30-4098-8f59-2033736d6f3a" providerId="ADAL" clId="{03FCECB7-C97B-446F-A150-D61D54A7B018}" dt="2025-01-21T10:56:23.666" v="478" actId="207"/>
          <ac:spMkLst>
            <pc:docMk/>
            <pc:sldMk cId="3968961159" sldId="261"/>
            <ac:spMk id="61" creationId="{857ECB53-08EE-E294-76D9-242C316C39C4}"/>
          </ac:spMkLst>
        </pc:spChg>
        <pc:spChg chg="add mod">
          <ac:chgData name="장 균은" userId="454ed611-ca30-4098-8f59-2033736d6f3a" providerId="ADAL" clId="{03FCECB7-C97B-446F-A150-D61D54A7B018}" dt="2025-01-21T10:58:35.330" v="564" actId="1076"/>
          <ac:spMkLst>
            <pc:docMk/>
            <pc:sldMk cId="3968961159" sldId="261"/>
            <ac:spMk id="62" creationId="{12A73513-0365-9317-396E-456D4D2329C9}"/>
          </ac:spMkLst>
        </pc:spChg>
        <pc:spChg chg="add mod">
          <ac:chgData name="장 균은" userId="454ed611-ca30-4098-8f59-2033736d6f3a" providerId="ADAL" clId="{03FCECB7-C97B-446F-A150-D61D54A7B018}" dt="2025-01-21T10:58:35.330" v="564" actId="1076"/>
          <ac:spMkLst>
            <pc:docMk/>
            <pc:sldMk cId="3968961159" sldId="261"/>
            <ac:spMk id="63" creationId="{8B19910F-0509-6F68-D085-27A0EECB0147}"/>
          </ac:spMkLst>
        </pc:spChg>
        <pc:spChg chg="add mod">
          <ac:chgData name="장 균은" userId="454ed611-ca30-4098-8f59-2033736d6f3a" providerId="ADAL" clId="{03FCECB7-C97B-446F-A150-D61D54A7B018}" dt="2025-01-21T10:58:35.330" v="564" actId="1076"/>
          <ac:spMkLst>
            <pc:docMk/>
            <pc:sldMk cId="3968961159" sldId="261"/>
            <ac:spMk id="64" creationId="{BD7B7FA1-EFC9-2B51-2BA3-70388FECA580}"/>
          </ac:spMkLst>
        </pc:spChg>
        <pc:spChg chg="add mod">
          <ac:chgData name="장 균은" userId="454ed611-ca30-4098-8f59-2033736d6f3a" providerId="ADAL" clId="{03FCECB7-C97B-446F-A150-D61D54A7B018}" dt="2025-01-21T10:58:35.330" v="564" actId="1076"/>
          <ac:spMkLst>
            <pc:docMk/>
            <pc:sldMk cId="3968961159" sldId="261"/>
            <ac:spMk id="65" creationId="{C2BA4859-BC72-3224-A44F-6936C3DAA7E0}"/>
          </ac:spMkLst>
        </pc:spChg>
        <pc:spChg chg="add mod">
          <ac:chgData name="장 균은" userId="454ed611-ca30-4098-8f59-2033736d6f3a" providerId="ADAL" clId="{03FCECB7-C97B-446F-A150-D61D54A7B018}" dt="2025-01-21T10:58:35.330" v="564" actId="1076"/>
          <ac:spMkLst>
            <pc:docMk/>
            <pc:sldMk cId="3968961159" sldId="261"/>
            <ac:spMk id="66" creationId="{9F850FE7-1998-E406-2A9B-B47B0EAAB176}"/>
          </ac:spMkLst>
        </pc:spChg>
        <pc:picChg chg="add mod">
          <ac:chgData name="장 균은" userId="454ed611-ca30-4098-8f59-2033736d6f3a" providerId="ADAL" clId="{03FCECB7-C97B-446F-A150-D61D54A7B018}" dt="2025-01-21T10:47:34.156" v="282" actId="1076"/>
          <ac:picMkLst>
            <pc:docMk/>
            <pc:sldMk cId="3968961159" sldId="261"/>
            <ac:picMk id="8" creationId="{EB2365F2-AB56-2724-FDBC-A565151B2C73}"/>
          </ac:picMkLst>
        </pc:picChg>
        <pc:picChg chg="add mod">
          <ac:chgData name="장 균은" userId="454ed611-ca30-4098-8f59-2033736d6f3a" providerId="ADAL" clId="{03FCECB7-C97B-446F-A150-D61D54A7B018}" dt="2025-01-21T10:47:34.156" v="282" actId="1076"/>
          <ac:picMkLst>
            <pc:docMk/>
            <pc:sldMk cId="3968961159" sldId="261"/>
            <ac:picMk id="9" creationId="{F5A322EA-23AB-C492-3B3D-6E1B5948E579}"/>
          </ac:picMkLst>
        </pc:picChg>
        <pc:picChg chg="add mod">
          <ac:chgData name="장 균은" userId="454ed611-ca30-4098-8f59-2033736d6f3a" providerId="ADAL" clId="{03FCECB7-C97B-446F-A150-D61D54A7B018}" dt="2025-01-21T10:47:34.156" v="282" actId="1076"/>
          <ac:picMkLst>
            <pc:docMk/>
            <pc:sldMk cId="3968961159" sldId="261"/>
            <ac:picMk id="10" creationId="{F93DF34C-3651-8480-A541-4A43418EBD13}"/>
          </ac:picMkLst>
        </pc:picChg>
        <pc:picChg chg="add mod">
          <ac:chgData name="장 균은" userId="454ed611-ca30-4098-8f59-2033736d6f3a" providerId="ADAL" clId="{03FCECB7-C97B-446F-A150-D61D54A7B018}" dt="2025-01-21T10:47:34.156" v="282" actId="1076"/>
          <ac:picMkLst>
            <pc:docMk/>
            <pc:sldMk cId="3968961159" sldId="261"/>
            <ac:picMk id="11" creationId="{EE5BA224-0607-DD35-56C1-D4F1BA789981}"/>
          </ac:picMkLst>
        </pc:picChg>
        <pc:picChg chg="add mod">
          <ac:chgData name="장 균은" userId="454ed611-ca30-4098-8f59-2033736d6f3a" providerId="ADAL" clId="{03FCECB7-C97B-446F-A150-D61D54A7B018}" dt="2025-01-21T10:47:34.156" v="282" actId="1076"/>
          <ac:picMkLst>
            <pc:docMk/>
            <pc:sldMk cId="3968961159" sldId="261"/>
            <ac:picMk id="12" creationId="{87B71ADB-05D6-6105-5689-78A9CA789085}"/>
          </ac:picMkLst>
        </pc:picChg>
        <pc:picChg chg="add mod">
          <ac:chgData name="장 균은" userId="454ed611-ca30-4098-8f59-2033736d6f3a" providerId="ADAL" clId="{03FCECB7-C97B-446F-A150-D61D54A7B018}" dt="2025-01-21T10:47:34.156" v="282" actId="1076"/>
          <ac:picMkLst>
            <pc:docMk/>
            <pc:sldMk cId="3968961159" sldId="261"/>
            <ac:picMk id="13" creationId="{49359B2A-6A83-5C48-14EE-E3ED158FC670}"/>
          </ac:picMkLst>
        </pc:picChg>
        <pc:cxnChg chg="add">
          <ac:chgData name="장 균은" userId="454ed611-ca30-4098-8f59-2033736d6f3a" providerId="ADAL" clId="{03FCECB7-C97B-446F-A150-D61D54A7B018}" dt="2025-01-21T10:48:48.934" v="323" actId="11529"/>
          <ac:cxnSpMkLst>
            <pc:docMk/>
            <pc:sldMk cId="3968961159" sldId="261"/>
            <ac:cxnSpMk id="17" creationId="{6ABB8CF3-F4B3-6C07-0742-BB67CCBA8933}"/>
          </ac:cxnSpMkLst>
        </pc:cxnChg>
        <pc:cxnChg chg="add mod">
          <ac:chgData name="장 균은" userId="454ed611-ca30-4098-8f59-2033736d6f3a" providerId="ADAL" clId="{03FCECB7-C97B-446F-A150-D61D54A7B018}" dt="2025-01-21T10:52:47.375" v="358" actId="13822"/>
          <ac:cxnSpMkLst>
            <pc:docMk/>
            <pc:sldMk cId="3968961159" sldId="261"/>
            <ac:cxnSpMk id="19" creationId="{0827CC11-3E7F-BAD1-9BF0-B6E17E155872}"/>
          </ac:cxnSpMkLst>
        </pc:cxnChg>
        <pc:cxnChg chg="add mod">
          <ac:chgData name="장 균은" userId="454ed611-ca30-4098-8f59-2033736d6f3a" providerId="ADAL" clId="{03FCECB7-C97B-446F-A150-D61D54A7B018}" dt="2025-01-21T10:52:47.375" v="358" actId="13822"/>
          <ac:cxnSpMkLst>
            <pc:docMk/>
            <pc:sldMk cId="3968961159" sldId="261"/>
            <ac:cxnSpMk id="21" creationId="{B2E64B17-D6F4-6415-01C6-0737F24C0ADE}"/>
          </ac:cxnSpMkLst>
        </pc:cxnChg>
        <pc:cxnChg chg="add">
          <ac:chgData name="장 균은" userId="454ed611-ca30-4098-8f59-2033736d6f3a" providerId="ADAL" clId="{03FCECB7-C97B-446F-A150-D61D54A7B018}" dt="2025-01-21T10:49:19.035" v="328" actId="11529"/>
          <ac:cxnSpMkLst>
            <pc:docMk/>
            <pc:sldMk cId="3968961159" sldId="261"/>
            <ac:cxnSpMk id="23" creationId="{A213B571-17E8-F1C0-6BE6-CB32AFB6A556}"/>
          </ac:cxnSpMkLst>
        </pc:cxnChg>
        <pc:cxnChg chg="add mod">
          <ac:chgData name="장 균은" userId="454ed611-ca30-4098-8f59-2033736d6f3a" providerId="ADAL" clId="{03FCECB7-C97B-446F-A150-D61D54A7B018}" dt="2025-01-21T10:52:47.375" v="358" actId="13822"/>
          <ac:cxnSpMkLst>
            <pc:docMk/>
            <pc:sldMk cId="3968961159" sldId="261"/>
            <ac:cxnSpMk id="25" creationId="{DF5F8E3D-1D2C-5233-6B4D-94614800B52D}"/>
          </ac:cxnSpMkLst>
        </pc:cxnChg>
        <pc:cxnChg chg="add">
          <ac:chgData name="장 균은" userId="454ed611-ca30-4098-8f59-2033736d6f3a" providerId="ADAL" clId="{03FCECB7-C97B-446F-A150-D61D54A7B018}" dt="2025-01-21T10:49:25.963" v="330" actId="11529"/>
          <ac:cxnSpMkLst>
            <pc:docMk/>
            <pc:sldMk cId="3968961159" sldId="261"/>
            <ac:cxnSpMk id="27" creationId="{D3BC5F3A-EF90-FAFA-04E9-2E84D60445AE}"/>
          </ac:cxnSpMkLst>
        </pc:cxnChg>
        <pc:cxnChg chg="add mod">
          <ac:chgData name="장 균은" userId="454ed611-ca30-4098-8f59-2033736d6f3a" providerId="ADAL" clId="{03FCECB7-C97B-446F-A150-D61D54A7B018}" dt="2025-01-21T10:52:47.375" v="358" actId="13822"/>
          <ac:cxnSpMkLst>
            <pc:docMk/>
            <pc:sldMk cId="3968961159" sldId="261"/>
            <ac:cxnSpMk id="29" creationId="{C4B8E3B9-C41C-BBCE-333E-B00320152331}"/>
          </ac:cxnSpMkLst>
        </pc:cxnChg>
        <pc:cxnChg chg="add mod">
          <ac:chgData name="장 균은" userId="454ed611-ca30-4098-8f59-2033736d6f3a" providerId="ADAL" clId="{03FCECB7-C97B-446F-A150-D61D54A7B018}" dt="2025-01-21T10:52:47.375" v="358" actId="13822"/>
          <ac:cxnSpMkLst>
            <pc:docMk/>
            <pc:sldMk cId="3968961159" sldId="261"/>
            <ac:cxnSpMk id="31" creationId="{5B9F840B-8229-8459-C3E4-06DB4D73E83C}"/>
          </ac:cxnSpMkLst>
        </pc:cxnChg>
        <pc:cxnChg chg="add mod">
          <ac:chgData name="장 균은" userId="454ed611-ca30-4098-8f59-2033736d6f3a" providerId="ADAL" clId="{03FCECB7-C97B-446F-A150-D61D54A7B018}" dt="2025-01-21T10:52:47.375" v="358" actId="13822"/>
          <ac:cxnSpMkLst>
            <pc:docMk/>
            <pc:sldMk cId="3968961159" sldId="261"/>
            <ac:cxnSpMk id="33" creationId="{AE2F1BE1-0DDE-5F53-37F1-4E8138B8B412}"/>
          </ac:cxnSpMkLst>
        </pc:cxnChg>
        <pc:cxnChg chg="add mod">
          <ac:chgData name="장 균은" userId="454ed611-ca30-4098-8f59-2033736d6f3a" providerId="ADAL" clId="{03FCECB7-C97B-446F-A150-D61D54A7B018}" dt="2025-01-21T10:50:16.120" v="342" actId="14100"/>
          <ac:cxnSpMkLst>
            <pc:docMk/>
            <pc:sldMk cId="3968961159" sldId="261"/>
            <ac:cxnSpMk id="35" creationId="{761CB67D-36D5-0D11-D1C7-B543E5BC76F5}"/>
          </ac:cxnSpMkLst>
        </pc:cxnChg>
        <pc:cxnChg chg="add mod">
          <ac:chgData name="장 균은" userId="454ed611-ca30-4098-8f59-2033736d6f3a" providerId="ADAL" clId="{03FCECB7-C97B-446F-A150-D61D54A7B018}" dt="2025-01-21T10:52:47.375" v="358" actId="13822"/>
          <ac:cxnSpMkLst>
            <pc:docMk/>
            <pc:sldMk cId="3968961159" sldId="261"/>
            <ac:cxnSpMk id="45" creationId="{5D10AE93-C7ED-1DA3-8B0E-18C55F88606C}"/>
          </ac:cxnSpMkLst>
        </pc:cxnChg>
        <pc:cxnChg chg="add">
          <ac:chgData name="장 균은" userId="454ed611-ca30-4098-8f59-2033736d6f3a" providerId="ADAL" clId="{03FCECB7-C97B-446F-A150-D61D54A7B018}" dt="2025-01-21T10:50:40.188" v="345" actId="11529"/>
          <ac:cxnSpMkLst>
            <pc:docMk/>
            <pc:sldMk cId="3968961159" sldId="261"/>
            <ac:cxnSpMk id="47" creationId="{82206720-1AD4-91C7-B13A-A9FD56E9534A}"/>
          </ac:cxnSpMkLst>
        </pc:cxnChg>
        <pc:cxnChg chg="add">
          <ac:chgData name="장 균은" userId="454ed611-ca30-4098-8f59-2033736d6f3a" providerId="ADAL" clId="{03FCECB7-C97B-446F-A150-D61D54A7B018}" dt="2025-01-21T10:50:43.013" v="346" actId="11529"/>
          <ac:cxnSpMkLst>
            <pc:docMk/>
            <pc:sldMk cId="3968961159" sldId="261"/>
            <ac:cxnSpMk id="49" creationId="{AD8C30DC-C069-2953-DD39-9F25BF5158BA}"/>
          </ac:cxnSpMkLst>
        </pc:cxnChg>
        <pc:cxnChg chg="add mod">
          <ac:chgData name="장 균은" userId="454ed611-ca30-4098-8f59-2033736d6f3a" providerId="ADAL" clId="{03FCECB7-C97B-446F-A150-D61D54A7B018}" dt="2025-01-21T10:52:47.375" v="358" actId="13822"/>
          <ac:cxnSpMkLst>
            <pc:docMk/>
            <pc:sldMk cId="3968961159" sldId="261"/>
            <ac:cxnSpMk id="51" creationId="{B8F890E8-A22C-D381-6F68-D707E05F32D8}"/>
          </ac:cxnSpMkLst>
        </pc:cxnChg>
        <pc:cxnChg chg="add mod">
          <ac:chgData name="장 균은" userId="454ed611-ca30-4098-8f59-2033736d6f3a" providerId="ADAL" clId="{03FCECB7-C97B-446F-A150-D61D54A7B018}" dt="2025-01-21T10:52:47.375" v="358" actId="13822"/>
          <ac:cxnSpMkLst>
            <pc:docMk/>
            <pc:sldMk cId="3968961159" sldId="261"/>
            <ac:cxnSpMk id="53" creationId="{2F2C392B-3DEA-97B9-181C-2BFF6588FB5D}"/>
          </ac:cxnSpMkLst>
        </pc:cxnChg>
        <pc:cxnChg chg="add mod">
          <ac:chgData name="장 균은" userId="454ed611-ca30-4098-8f59-2033736d6f3a" providerId="ADAL" clId="{03FCECB7-C97B-446F-A150-D61D54A7B018}" dt="2025-01-21T10:52:47.375" v="358" actId="13822"/>
          <ac:cxnSpMkLst>
            <pc:docMk/>
            <pc:sldMk cId="3968961159" sldId="261"/>
            <ac:cxnSpMk id="55" creationId="{CA9C4D75-E61E-59D8-8544-267DDA2C625E}"/>
          </ac:cxnSpMkLst>
        </pc:cxnChg>
        <pc:cxnChg chg="add del">
          <ac:chgData name="장 균은" userId="454ed611-ca30-4098-8f59-2033736d6f3a" providerId="ADAL" clId="{03FCECB7-C97B-446F-A150-D61D54A7B018}" dt="2025-01-21T10:51:18.145" v="352" actId="478"/>
          <ac:cxnSpMkLst>
            <pc:docMk/>
            <pc:sldMk cId="3968961159" sldId="261"/>
            <ac:cxnSpMk id="58" creationId="{E0395F80-6A38-CB8D-029F-6FC86C077FF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4ACBC-DD4A-BAF4-0F59-A9582972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620EB9-8A03-A561-AFD4-C6518383A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86A565-EEEC-AA71-845E-9E74DB2FA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9EA4-4AB2-43E7-BFA1-BD6E13AEF826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D9A8FD-B8D3-E1DD-07BB-65F99F0F9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402328-B5C0-F93B-A728-39AFD268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0F3B8-17B7-428D-BDE9-7FECAACD4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95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9F6E4-03B1-4AB1-764B-16313AFF0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3F2945-7A89-2228-0FA6-B6EC78403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B0B8DF-8FE5-9A1C-EC11-9D205390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9EA4-4AB2-43E7-BFA1-BD6E13AEF826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26D3D1-F444-73A6-A72B-A6EC89ACF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1C2DCD-50EA-B079-96AE-E526E3114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0F3B8-17B7-428D-BDE9-7FECAACD4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955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DBAB2-B223-BB89-9667-6DE6B591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FFAC35-E2D7-66EF-4B6B-9F4B45B43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0AD4CE-DCEF-A9CB-E502-99017F28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9EA4-4AB2-43E7-BFA1-BD6E13AEF826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994B69-06DD-8A75-2311-ABE4895B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E80F63-0BAE-5A4E-9EFE-918C382BD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0F3B8-17B7-428D-BDE9-7FECAACD4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66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B6418B-0519-8CCA-D42A-713425A29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0A1BDD-4ABE-9287-E324-B4139A051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296F89-6404-9C28-DDCE-5C800A7CD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855BD7-F6F8-0637-5B98-EDF2876B6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9EA4-4AB2-43E7-BFA1-BD6E13AEF826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C8D15D-399E-C412-BC2E-CC66CCA98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A4723C-B44D-4210-F5DE-A337795C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0F3B8-17B7-428D-BDE9-7FECAACD4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09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A4E49-25ED-C664-CFA6-595E40AF3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C2AF4F-795B-73B2-5DE3-91DDC697F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683733-771F-52E2-69F6-0F33DF35E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E9C44D-2E3D-C165-0D33-25ECECF48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F31895-B980-6F64-55FF-5DDF36AAB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13260A-DA9A-72C2-6418-7D847DBAA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9EA4-4AB2-43E7-BFA1-BD6E13AEF826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D3ED40-4DF8-2A94-4CEB-3075715A1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826268-BEEA-4FD5-C31C-6CD2AA035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0F3B8-17B7-428D-BDE9-7FECAACD4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641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5257A-C458-CA35-7441-E1D7853AB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F2AD48-F410-97A9-53C3-1F7EDBB5E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9EA4-4AB2-43E7-BFA1-BD6E13AEF826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FBE399-7F4D-0043-1CCD-2B414949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928106-3B2D-84A3-18A0-B4F29883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0F3B8-17B7-428D-BDE9-7FECAACD4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278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37FD49-D772-4EA1-E33C-7DCCC3D51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9EA4-4AB2-43E7-BFA1-BD6E13AEF826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3E91BA-E2DC-1A67-96E8-FAA11332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293BD2-83EE-2FBF-6B1C-5F3E3A8D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0F3B8-17B7-428D-BDE9-7FECAACD4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032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AF008-6486-7B7A-8759-EA4D0F86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F55EB3-719F-FB79-8224-E91C31C07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C5331B-83CD-87FB-0CC9-8B4CB01A9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7F939C-4997-513C-3B5D-20228359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9EA4-4AB2-43E7-BFA1-BD6E13AEF826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0A9C45-31FB-F35D-6184-68B717E4C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1409E4-1B2D-82C6-BDF1-5C41ACAF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0F3B8-17B7-428D-BDE9-7FECAACD4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85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D6D8C-9E26-EF4E-B158-164542EA7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3BC7A9-8726-3E7F-57B7-30559870DD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AEF75C-888C-3C8E-E8FB-71A391A19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C7B0F1-9AD5-ADB9-A73D-F19CE954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9EA4-4AB2-43E7-BFA1-BD6E13AEF826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9AADC8-B5F2-A709-AE13-B7F0862A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E2F6-8A76-F605-AD5A-A8D7BC30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0F3B8-17B7-428D-BDE9-7FECAACD4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5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5CCE3-6002-C93F-7C41-2EE7F78D8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B5082D-7B67-BA1E-C342-347E88CCA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25C5EF-A6DC-C292-9F7F-A2F66AE4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9EA4-4AB2-43E7-BFA1-BD6E13AEF826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2632A7-C7DA-3842-BCF0-318BEB383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A80C9D-5991-8C0B-A305-4EBF6C0C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0F3B8-17B7-428D-BDE9-7FECAACD4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5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AD8799-C708-3DC2-BA79-FB7B4631E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02DE76-2555-CA20-BF06-4916A2364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98DD7B-5439-767F-DD5B-BC2317CF8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9EA4-4AB2-43E7-BFA1-BD6E13AEF826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6B0A3-AC7B-9626-9A93-4176B8AF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B01AD0-7FFD-912F-2C2E-EFB14468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0F3B8-17B7-428D-BDE9-7FECAACD4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169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5F08F0-CF28-D48B-E079-8B7B3499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31D729-989B-711E-A2EB-22AFC1B49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EB049-6767-1662-C50C-7EEBB79E1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469EA4-4AB2-43E7-BFA1-BD6E13AEF826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B526A6-1583-1119-1ECD-6C8679FEC6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38497B-5AC3-6B83-5F70-0EE2E5163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0F3B8-17B7-428D-BDE9-7FECAACD4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810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 descr="텍스트, 회로, 전자 공학, 폰트이(가) 표시된 사진&#10;&#10;자동 생성된 설명">
            <a:extLst>
              <a:ext uri="{FF2B5EF4-FFF2-40B4-BE49-F238E27FC236}">
                <a16:creationId xmlns:a16="http://schemas.microsoft.com/office/drawing/2014/main" id="{3210387F-DD4C-39B9-D909-6CAF7D9E0D6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t="10760" b="2301"/>
          <a:stretch/>
        </p:blipFill>
        <p:spPr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8" name="Group 10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2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20" name="Freeform: Shape 14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B41E5FA-21C0-2DCB-B4CB-F972B48A733A}"/>
              </a:ext>
            </a:extLst>
          </p:cNvPr>
          <p:cNvSpPr txBox="1"/>
          <p:nvPr/>
        </p:nvSpPr>
        <p:spPr>
          <a:xfrm>
            <a:off x="762000" y="6171033"/>
            <a:ext cx="10068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보컬 조합을 이용한 온라인 음악 콘텐츠 등록 및 유통 방법 및 이를 위한 시스템</a:t>
            </a:r>
          </a:p>
        </p:txBody>
      </p:sp>
    </p:spTree>
    <p:extLst>
      <p:ext uri="{BB962C8B-B14F-4D97-AF65-F5344CB8AC3E}">
        <p14:creationId xmlns:p14="http://schemas.microsoft.com/office/powerpoint/2010/main" val="95327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55A18E2-7C8F-5BBF-54FA-0467E0427BC4}"/>
              </a:ext>
            </a:extLst>
          </p:cNvPr>
          <p:cNvSpPr/>
          <p:nvPr/>
        </p:nvSpPr>
        <p:spPr>
          <a:xfrm>
            <a:off x="3379201" y="955561"/>
            <a:ext cx="8197403" cy="26312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6B2A31-1ED2-C2F5-ECDA-20ACB6A38209}"/>
              </a:ext>
            </a:extLst>
          </p:cNvPr>
          <p:cNvSpPr/>
          <p:nvPr/>
        </p:nvSpPr>
        <p:spPr>
          <a:xfrm>
            <a:off x="975128" y="1657082"/>
            <a:ext cx="2092960" cy="904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소스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(PD,</a:t>
            </a:r>
            <a:r>
              <a:rPr lang="ko-KR" altLang="en-US" sz="1600" dirty="0"/>
              <a:t>저작권자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171370-AF00-66AD-759D-66D1C0ACE03E}"/>
              </a:ext>
            </a:extLst>
          </p:cNvPr>
          <p:cNvSpPr/>
          <p:nvPr/>
        </p:nvSpPr>
        <p:spPr>
          <a:xfrm>
            <a:off x="3520583" y="1657082"/>
            <a:ext cx="2092960" cy="904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소스관리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FFFE413-4537-7AFE-BF49-D4004DE2DFBC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068088" y="2109202"/>
            <a:ext cx="45249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182DEC-00F7-B85C-1FF7-5D6BC6A8411F}"/>
              </a:ext>
            </a:extLst>
          </p:cNvPr>
          <p:cNvSpPr txBox="1"/>
          <p:nvPr/>
        </p:nvSpPr>
        <p:spPr>
          <a:xfrm>
            <a:off x="6431423" y="2723139"/>
            <a:ext cx="2092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보컬변경  가능 구간 정보관리</a:t>
            </a:r>
            <a:endParaRPr lang="en-US" altLang="ko-KR" sz="1000" dirty="0"/>
          </a:p>
          <a:p>
            <a:r>
              <a:rPr lang="en-US" altLang="ko-KR" sz="1000" dirty="0"/>
              <a:t>-</a:t>
            </a:r>
            <a:r>
              <a:rPr lang="ko-KR" altLang="en-US" sz="1000" dirty="0"/>
              <a:t>마디</a:t>
            </a:r>
            <a:r>
              <a:rPr lang="en-US" altLang="ko-KR" sz="1000" dirty="0"/>
              <a:t>, Beat, Key</a:t>
            </a:r>
          </a:p>
          <a:p>
            <a:r>
              <a:rPr lang="en-US" altLang="ko-KR" sz="1000" dirty="0"/>
              <a:t>Song Form &amp; Song Structure</a:t>
            </a:r>
            <a:endParaRPr lang="ko-KR" altLang="en-US" sz="1000" dirty="0"/>
          </a:p>
          <a:p>
            <a:r>
              <a:rPr lang="ko-KR" altLang="en-US" sz="1000" dirty="0"/>
              <a:t>보컬 배치 및 점유 비율</a:t>
            </a:r>
            <a:endParaRPr lang="en-US" altLang="ko-KR" sz="1000" dirty="0"/>
          </a:p>
          <a:p>
            <a:r>
              <a:rPr lang="ko-KR" altLang="en-US" sz="1000" dirty="0"/>
              <a:t>조합 </a:t>
            </a:r>
            <a:r>
              <a:rPr lang="en-US" altLang="ko-KR" sz="1000" dirty="0"/>
              <a:t>ID </a:t>
            </a:r>
            <a:r>
              <a:rPr lang="ko-KR" altLang="en-US" sz="1000" dirty="0"/>
              <a:t>생성 및 마스터링</a:t>
            </a:r>
            <a:endParaRPr lang="en-US" altLang="ko-KR" sz="1000" dirty="0"/>
          </a:p>
          <a:p>
            <a:endParaRPr lang="ko-KR" altLang="en-US" sz="1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447116-8CBB-5CC7-4D91-0B1ABA8476AE}"/>
              </a:ext>
            </a:extLst>
          </p:cNvPr>
          <p:cNvSpPr/>
          <p:nvPr/>
        </p:nvSpPr>
        <p:spPr>
          <a:xfrm>
            <a:off x="6431423" y="1657082"/>
            <a:ext cx="2092960" cy="904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조합 및 </a:t>
            </a:r>
            <a:r>
              <a:rPr lang="en-US" altLang="ko-KR" sz="1600" dirty="0"/>
              <a:t>Mastering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71639-4752-DD8C-2F7F-4C7CF544373C}"/>
              </a:ext>
            </a:extLst>
          </p:cNvPr>
          <p:cNvSpPr/>
          <p:nvPr/>
        </p:nvSpPr>
        <p:spPr>
          <a:xfrm>
            <a:off x="9205103" y="1657082"/>
            <a:ext cx="2092960" cy="904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Distribution</a:t>
            </a:r>
            <a:r>
              <a:rPr lang="ko-KR" altLang="en-US" sz="1600" dirty="0"/>
              <a:t> </a:t>
            </a:r>
            <a:r>
              <a:rPr lang="en-US" altLang="ko-KR" sz="1600" dirty="0"/>
              <a:t>&amp;</a:t>
            </a:r>
          </a:p>
          <a:p>
            <a:pPr algn="ctr"/>
            <a:r>
              <a:rPr lang="en-US" altLang="ko-KR" sz="1600" dirty="0"/>
              <a:t>Play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2655EAC-B0BB-E107-AB68-C16CE9624247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5613543" y="2109202"/>
            <a:ext cx="81788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36E505E-BD6D-9B13-1EB7-8A8223656E9B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8524383" y="2109202"/>
            <a:ext cx="6807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889CEE5-CFEC-81D3-DC1F-18F5016868C4}"/>
              </a:ext>
            </a:extLst>
          </p:cNvPr>
          <p:cNvSpPr txBox="1"/>
          <p:nvPr/>
        </p:nvSpPr>
        <p:spPr>
          <a:xfrm>
            <a:off x="3520583" y="2728835"/>
            <a:ext cx="2022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음악소스</a:t>
            </a:r>
            <a:r>
              <a:rPr lang="en-US" altLang="ko-KR" sz="1000" dirty="0"/>
              <a:t>(MR)</a:t>
            </a:r>
          </a:p>
          <a:p>
            <a:r>
              <a:rPr lang="ko-KR" altLang="en-US" sz="1000" dirty="0"/>
              <a:t>보컬소스</a:t>
            </a:r>
            <a:endParaRPr lang="en-US" altLang="ko-KR" sz="1000" dirty="0"/>
          </a:p>
          <a:p>
            <a:r>
              <a:rPr lang="ko-KR" altLang="en-US" sz="1000" dirty="0"/>
              <a:t>소스 분류</a:t>
            </a:r>
            <a:endParaRPr lang="en-US" altLang="ko-KR" sz="1000" dirty="0"/>
          </a:p>
          <a:p>
            <a:r>
              <a:rPr lang="ko-KR" altLang="en-US" sz="1000" dirty="0"/>
              <a:t>메타</a:t>
            </a:r>
            <a:r>
              <a:rPr lang="en-US" altLang="ko-KR" sz="1000" dirty="0"/>
              <a:t> </a:t>
            </a:r>
            <a:r>
              <a:rPr lang="ko-KR" altLang="en-US" sz="1000" dirty="0"/>
              <a:t>정보 관리</a:t>
            </a:r>
            <a:endParaRPr lang="en-US" altLang="ko-KR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2D830B-A92D-0AC0-25BB-63FF8BA5DAA2}"/>
              </a:ext>
            </a:extLst>
          </p:cNvPr>
          <p:cNvSpPr txBox="1"/>
          <p:nvPr/>
        </p:nvSpPr>
        <p:spPr>
          <a:xfrm>
            <a:off x="9159598" y="2675917"/>
            <a:ext cx="2092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스트리밍 플랫폼 음원 공급</a:t>
            </a:r>
            <a:endParaRPr lang="en-US" altLang="ko-KR" sz="1000" dirty="0"/>
          </a:p>
          <a:p>
            <a:r>
              <a:rPr lang="ko-KR" altLang="en-US" sz="1000" dirty="0"/>
              <a:t>플레이리스트</a:t>
            </a:r>
            <a:endParaRPr lang="en-US" altLang="ko-KR" sz="1000" dirty="0"/>
          </a:p>
          <a:p>
            <a:r>
              <a:rPr lang="ko-KR" altLang="en-US" sz="1000" dirty="0"/>
              <a:t>저작권 관리</a:t>
            </a:r>
            <a:endParaRPr lang="en-US" altLang="ko-KR" sz="1000" dirty="0"/>
          </a:p>
          <a:p>
            <a:r>
              <a:rPr lang="ko-KR" altLang="en-US" sz="1000" dirty="0"/>
              <a:t>수익관리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866670-CE4B-ED8E-C94D-9B8DBB87E2E9}"/>
              </a:ext>
            </a:extLst>
          </p:cNvPr>
          <p:cNvSpPr txBox="1"/>
          <p:nvPr/>
        </p:nvSpPr>
        <p:spPr>
          <a:xfrm>
            <a:off x="5685603" y="1206842"/>
            <a:ext cx="3176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보컬 조합 컨텐츠 관리 서버 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E78C239-63B6-45AB-F411-119284890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748" y="4119803"/>
            <a:ext cx="3993524" cy="903940"/>
          </a:xfrm>
          <a:prstGeom prst="rect">
            <a:avLst/>
          </a:prstGeom>
        </p:spPr>
      </p:pic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C29606D8-CBD8-CC43-0CDC-7AF0500713B2}"/>
              </a:ext>
            </a:extLst>
          </p:cNvPr>
          <p:cNvCxnSpPr>
            <a:stCxn id="4" idx="2"/>
            <a:endCxn id="23" idx="1"/>
          </p:cNvCxnSpPr>
          <p:nvPr/>
        </p:nvCxnSpPr>
        <p:spPr>
          <a:xfrm rot="16200000" flipH="1">
            <a:off x="2121453" y="2461477"/>
            <a:ext cx="2010451" cy="221014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447B480C-0B20-57A6-3FD5-CC63525825F8}"/>
              </a:ext>
            </a:extLst>
          </p:cNvPr>
          <p:cNvCxnSpPr>
            <a:stCxn id="10" idx="3"/>
            <a:endCxn id="23" idx="3"/>
          </p:cNvCxnSpPr>
          <p:nvPr/>
        </p:nvCxnSpPr>
        <p:spPr>
          <a:xfrm flipH="1">
            <a:off x="8225272" y="2109202"/>
            <a:ext cx="3072791" cy="2462571"/>
          </a:xfrm>
          <a:prstGeom prst="bentConnector3">
            <a:avLst>
              <a:gd name="adj1" fmla="val -743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09C842A-F206-3B39-F179-EB47FE98548F}"/>
              </a:ext>
            </a:extLst>
          </p:cNvPr>
          <p:cNvSpPr txBox="1"/>
          <p:nvPr/>
        </p:nvSpPr>
        <p:spPr>
          <a:xfrm>
            <a:off x="2538713" y="327096"/>
            <a:ext cx="7379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플랫폼 </a:t>
            </a:r>
            <a:r>
              <a:rPr lang="en-US" altLang="ko-KR" b="1" dirty="0"/>
              <a:t>Concept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59048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EDEE702-125A-5413-4622-C0D777D12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558" y="909178"/>
            <a:ext cx="8113689" cy="5308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BFCD4E-CE08-26B7-7100-22829753D8D2}"/>
              </a:ext>
            </a:extLst>
          </p:cNvPr>
          <p:cNvSpPr txBox="1"/>
          <p:nvPr/>
        </p:nvSpPr>
        <p:spPr>
          <a:xfrm>
            <a:off x="2538713" y="327096"/>
            <a:ext cx="7379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</a:t>
            </a:r>
            <a:r>
              <a:rPr lang="en-US" altLang="ko-KR" b="1" dirty="0"/>
              <a:t>Sequence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65789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BAA4D8-C55C-7103-C984-AA83FCE82C1B}"/>
              </a:ext>
            </a:extLst>
          </p:cNvPr>
          <p:cNvSpPr txBox="1"/>
          <p:nvPr/>
        </p:nvSpPr>
        <p:spPr>
          <a:xfrm>
            <a:off x="2538713" y="327096"/>
            <a:ext cx="7379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주요 </a:t>
            </a:r>
            <a:r>
              <a:rPr lang="en-US" altLang="ko-KR" b="1"/>
              <a:t>Function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FE60F6-2DDE-1CA9-E32B-3CA404A78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6479"/>
            <a:ext cx="12192000" cy="486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821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직사각형 60">
            <a:extLst>
              <a:ext uri="{FF2B5EF4-FFF2-40B4-BE49-F238E27FC236}">
                <a16:creationId xmlns:a16="http://schemas.microsoft.com/office/drawing/2014/main" id="{857ECB53-08EE-E294-76D9-242C316C39C4}"/>
              </a:ext>
            </a:extLst>
          </p:cNvPr>
          <p:cNvSpPr/>
          <p:nvPr/>
        </p:nvSpPr>
        <p:spPr>
          <a:xfrm>
            <a:off x="955040" y="1635760"/>
            <a:ext cx="9560560" cy="3362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F13E81E-10E2-72AD-6E5B-E0AD33082871}"/>
              </a:ext>
            </a:extLst>
          </p:cNvPr>
          <p:cNvSpPr/>
          <p:nvPr/>
        </p:nvSpPr>
        <p:spPr>
          <a:xfrm>
            <a:off x="3315210" y="3550921"/>
            <a:ext cx="1473198" cy="8229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Voice toon</a:t>
            </a:r>
            <a:endParaRPr lang="ko-KR" altLang="en-US" sz="1400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749678C-FDFB-9B9D-D2FA-53563206941E}"/>
              </a:ext>
            </a:extLst>
          </p:cNvPr>
          <p:cNvSpPr/>
          <p:nvPr/>
        </p:nvSpPr>
        <p:spPr>
          <a:xfrm>
            <a:off x="5418330" y="3550921"/>
            <a:ext cx="1473198" cy="8229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Streaming</a:t>
            </a:r>
            <a:endParaRPr lang="ko-KR" altLang="en-US" sz="14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BF3DF53-C437-05BE-F094-0A5084E90F43}"/>
              </a:ext>
            </a:extLst>
          </p:cNvPr>
          <p:cNvSpPr/>
          <p:nvPr/>
        </p:nvSpPr>
        <p:spPr>
          <a:xfrm>
            <a:off x="7592570" y="3550921"/>
            <a:ext cx="1473198" cy="8229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Short Form</a:t>
            </a:r>
            <a:endParaRPr lang="ko-KR" altLang="en-US" sz="1400" dirty="0"/>
          </a:p>
        </p:txBody>
      </p:sp>
      <p:pic>
        <p:nvPicPr>
          <p:cNvPr id="8" name="그래픽 7" descr="사용자 윤곽선">
            <a:extLst>
              <a:ext uri="{FF2B5EF4-FFF2-40B4-BE49-F238E27FC236}">
                <a16:creationId xmlns:a16="http://schemas.microsoft.com/office/drawing/2014/main" id="{EB2365F2-AB56-2724-FDBC-A565151B2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0" y="2169160"/>
            <a:ext cx="701040" cy="701040"/>
          </a:xfrm>
          <a:prstGeom prst="rect">
            <a:avLst/>
          </a:prstGeom>
        </p:spPr>
      </p:pic>
      <p:pic>
        <p:nvPicPr>
          <p:cNvPr id="9" name="그래픽 8" descr="사용자 윤곽선">
            <a:extLst>
              <a:ext uri="{FF2B5EF4-FFF2-40B4-BE49-F238E27FC236}">
                <a16:creationId xmlns:a16="http://schemas.microsoft.com/office/drawing/2014/main" id="{F5A322EA-23AB-C492-3B3D-6E1B5948E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888" y="2169160"/>
            <a:ext cx="701040" cy="701040"/>
          </a:xfrm>
          <a:prstGeom prst="rect">
            <a:avLst/>
          </a:prstGeom>
        </p:spPr>
      </p:pic>
      <p:pic>
        <p:nvPicPr>
          <p:cNvPr id="10" name="그래픽 9" descr="사용자 윤곽선">
            <a:extLst>
              <a:ext uri="{FF2B5EF4-FFF2-40B4-BE49-F238E27FC236}">
                <a16:creationId xmlns:a16="http://schemas.microsoft.com/office/drawing/2014/main" id="{F93DF34C-3651-8480-A541-4A43418EB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0576" y="2169160"/>
            <a:ext cx="701040" cy="701040"/>
          </a:xfrm>
          <a:prstGeom prst="rect">
            <a:avLst/>
          </a:prstGeom>
        </p:spPr>
      </p:pic>
      <p:pic>
        <p:nvPicPr>
          <p:cNvPr id="11" name="그래픽 10" descr="사용자 윤곽선">
            <a:extLst>
              <a:ext uri="{FF2B5EF4-FFF2-40B4-BE49-F238E27FC236}">
                <a16:creationId xmlns:a16="http://schemas.microsoft.com/office/drawing/2014/main" id="{EE5BA224-0607-DD35-56C1-D4F1BA789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264" y="2169160"/>
            <a:ext cx="701040" cy="701040"/>
          </a:xfrm>
          <a:prstGeom prst="rect">
            <a:avLst/>
          </a:prstGeom>
        </p:spPr>
      </p:pic>
      <p:pic>
        <p:nvPicPr>
          <p:cNvPr id="12" name="그래픽 11" descr="사용자 윤곽선">
            <a:extLst>
              <a:ext uri="{FF2B5EF4-FFF2-40B4-BE49-F238E27FC236}">
                <a16:creationId xmlns:a16="http://schemas.microsoft.com/office/drawing/2014/main" id="{87B71ADB-05D6-6105-5689-78A9CA789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5952" y="2169160"/>
            <a:ext cx="701040" cy="701040"/>
          </a:xfrm>
          <a:prstGeom prst="rect">
            <a:avLst/>
          </a:prstGeom>
        </p:spPr>
      </p:pic>
      <p:pic>
        <p:nvPicPr>
          <p:cNvPr id="13" name="그래픽 12" descr="사용자 윤곽선">
            <a:extLst>
              <a:ext uri="{FF2B5EF4-FFF2-40B4-BE49-F238E27FC236}">
                <a16:creationId xmlns:a16="http://schemas.microsoft.com/office/drawing/2014/main" id="{49359B2A-6A83-5C48-14EE-E3ED158FC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8638" y="2169160"/>
            <a:ext cx="701040" cy="7010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6C6988-F05A-D383-35EB-1A479FC69DAC}"/>
              </a:ext>
            </a:extLst>
          </p:cNvPr>
          <p:cNvSpPr txBox="1"/>
          <p:nvPr/>
        </p:nvSpPr>
        <p:spPr>
          <a:xfrm>
            <a:off x="1175513" y="2335014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Creator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9229F9-0735-44D0-DEC2-0E8C35B3A6BD}"/>
              </a:ext>
            </a:extLst>
          </p:cNvPr>
          <p:cNvSpPr txBox="1"/>
          <p:nvPr/>
        </p:nvSpPr>
        <p:spPr>
          <a:xfrm>
            <a:off x="1217166" y="3747255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Contents</a:t>
            </a:r>
            <a:endParaRPr lang="ko-KR" altLang="en-US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ABB8CF3-F4B3-6C07-0742-BB67CCBA8933}"/>
              </a:ext>
            </a:extLst>
          </p:cNvPr>
          <p:cNvCxnSpPr/>
          <p:nvPr/>
        </p:nvCxnSpPr>
        <p:spPr>
          <a:xfrm>
            <a:off x="1584960" y="3210560"/>
            <a:ext cx="8321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827CC11-3E7F-BAD1-9BF0-B6E17E155872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3871621" y="2870200"/>
            <a:ext cx="180188" cy="680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2E64B17-D6F4-6415-01C6-0737F24C0ADE}"/>
              </a:ext>
            </a:extLst>
          </p:cNvPr>
          <p:cNvCxnSpPr>
            <a:endCxn id="5" idx="1"/>
          </p:cNvCxnSpPr>
          <p:nvPr/>
        </p:nvCxnSpPr>
        <p:spPr>
          <a:xfrm>
            <a:off x="3855720" y="2870200"/>
            <a:ext cx="1778355" cy="80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213B571-17E8-F1C0-6BE6-CB32AFB6A556}"/>
              </a:ext>
            </a:extLst>
          </p:cNvPr>
          <p:cNvCxnSpPr>
            <a:endCxn id="6" idx="1"/>
          </p:cNvCxnSpPr>
          <p:nvPr/>
        </p:nvCxnSpPr>
        <p:spPr>
          <a:xfrm>
            <a:off x="3855720" y="2870200"/>
            <a:ext cx="3952595" cy="80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F5F8E3D-1D2C-5233-6B4D-94614800B52D}"/>
              </a:ext>
            </a:extLst>
          </p:cNvPr>
          <p:cNvCxnSpPr>
            <a:endCxn id="4" idx="7"/>
          </p:cNvCxnSpPr>
          <p:nvPr/>
        </p:nvCxnSpPr>
        <p:spPr>
          <a:xfrm flipH="1">
            <a:off x="4572663" y="2870200"/>
            <a:ext cx="215745" cy="80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3BC5F3A-EF90-FAFA-04E9-2E84D60445AE}"/>
              </a:ext>
            </a:extLst>
          </p:cNvPr>
          <p:cNvCxnSpPr>
            <a:endCxn id="5" idx="0"/>
          </p:cNvCxnSpPr>
          <p:nvPr/>
        </p:nvCxnSpPr>
        <p:spPr>
          <a:xfrm>
            <a:off x="4796358" y="2870200"/>
            <a:ext cx="1358571" cy="680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4B8E3B9-C41C-BBCE-333E-B00320152331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810164" y="2870200"/>
            <a:ext cx="2998151" cy="80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B9F840B-8229-8459-C3E4-06DB4D73E83C}"/>
              </a:ext>
            </a:extLst>
          </p:cNvPr>
          <p:cNvCxnSpPr>
            <a:cxnSpLocks/>
            <a:endCxn id="4" idx="7"/>
          </p:cNvCxnSpPr>
          <p:nvPr/>
        </p:nvCxnSpPr>
        <p:spPr>
          <a:xfrm flipH="1">
            <a:off x="4572663" y="2887281"/>
            <a:ext cx="1087119" cy="784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E2F1BE1-0DDE-5F53-37F1-4E8138B8B412}"/>
              </a:ext>
            </a:extLst>
          </p:cNvPr>
          <p:cNvCxnSpPr>
            <a:endCxn id="5" idx="7"/>
          </p:cNvCxnSpPr>
          <p:nvPr/>
        </p:nvCxnSpPr>
        <p:spPr>
          <a:xfrm>
            <a:off x="5674782" y="2870200"/>
            <a:ext cx="1001001" cy="80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61CB67D-36D5-0D11-D1C7-B543E5BC76F5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721096" y="2887281"/>
            <a:ext cx="2608073" cy="663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D10AE93-C7ED-1DA3-8B0E-18C55F88606C}"/>
              </a:ext>
            </a:extLst>
          </p:cNvPr>
          <p:cNvCxnSpPr>
            <a:endCxn id="5" idx="0"/>
          </p:cNvCxnSpPr>
          <p:nvPr/>
        </p:nvCxnSpPr>
        <p:spPr>
          <a:xfrm flipH="1">
            <a:off x="6154929" y="2870200"/>
            <a:ext cx="520854" cy="680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2206720-1AD4-91C7-B13A-A9FD56E9534A}"/>
              </a:ext>
            </a:extLst>
          </p:cNvPr>
          <p:cNvCxnSpPr>
            <a:endCxn id="6" idx="0"/>
          </p:cNvCxnSpPr>
          <p:nvPr/>
        </p:nvCxnSpPr>
        <p:spPr>
          <a:xfrm>
            <a:off x="7598177" y="2881059"/>
            <a:ext cx="730992" cy="669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D8C30DC-C069-2953-DD39-9F25BF5158BA}"/>
              </a:ext>
            </a:extLst>
          </p:cNvPr>
          <p:cNvCxnSpPr>
            <a:endCxn id="6" idx="0"/>
          </p:cNvCxnSpPr>
          <p:nvPr/>
        </p:nvCxnSpPr>
        <p:spPr>
          <a:xfrm flipH="1">
            <a:off x="8329169" y="2870200"/>
            <a:ext cx="189989" cy="680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B8F890E8-A22C-D381-6F68-D707E05F32D8}"/>
              </a:ext>
            </a:extLst>
          </p:cNvPr>
          <p:cNvCxnSpPr>
            <a:endCxn id="5" idx="7"/>
          </p:cNvCxnSpPr>
          <p:nvPr/>
        </p:nvCxnSpPr>
        <p:spPr>
          <a:xfrm flipH="1">
            <a:off x="6675783" y="2870200"/>
            <a:ext cx="1801721" cy="80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2F2C392B-3DEA-97B9-181C-2BFF6588FB5D}"/>
              </a:ext>
            </a:extLst>
          </p:cNvPr>
          <p:cNvCxnSpPr>
            <a:endCxn id="5" idx="7"/>
          </p:cNvCxnSpPr>
          <p:nvPr/>
        </p:nvCxnSpPr>
        <p:spPr>
          <a:xfrm flipH="1">
            <a:off x="6675783" y="2881059"/>
            <a:ext cx="845667" cy="790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A9C4D75-E61E-59D8-8544-267DDA2C625E}"/>
              </a:ext>
            </a:extLst>
          </p:cNvPr>
          <p:cNvCxnSpPr>
            <a:endCxn id="5" idx="7"/>
          </p:cNvCxnSpPr>
          <p:nvPr/>
        </p:nvCxnSpPr>
        <p:spPr>
          <a:xfrm>
            <a:off x="6632955" y="2870200"/>
            <a:ext cx="42828" cy="80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2A73513-0365-9317-396E-456D4D2329C9}"/>
              </a:ext>
            </a:extLst>
          </p:cNvPr>
          <p:cNvSpPr txBox="1"/>
          <p:nvPr/>
        </p:nvSpPr>
        <p:spPr>
          <a:xfrm>
            <a:off x="5370576" y="1742908"/>
            <a:ext cx="1305207" cy="2318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000" b="1" dirty="0">
                <a:solidFill>
                  <a:schemeClr val="tx1"/>
                </a:solidFill>
              </a:rPr>
              <a:t>플랫폼 구독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B19910F-0509-6F68-D085-27A0EECB0147}"/>
              </a:ext>
            </a:extLst>
          </p:cNvPr>
          <p:cNvSpPr/>
          <p:nvPr/>
        </p:nvSpPr>
        <p:spPr>
          <a:xfrm>
            <a:off x="3225137" y="1911001"/>
            <a:ext cx="1272560" cy="1137919"/>
          </a:xfrm>
          <a:prstGeom prst="rect">
            <a:avLst/>
          </a:prstGeom>
          <a:solidFill>
            <a:srgbClr val="FFFF00">
              <a:alpha val="4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7B7FA1-EFC9-2B51-2BA3-70388FECA580}"/>
              </a:ext>
            </a:extLst>
          </p:cNvPr>
          <p:cNvSpPr txBox="1"/>
          <p:nvPr/>
        </p:nvSpPr>
        <p:spPr>
          <a:xfrm>
            <a:off x="3309176" y="1989041"/>
            <a:ext cx="1124889" cy="275260"/>
          </a:xfrm>
          <a:prstGeom prst="rect">
            <a:avLst/>
          </a:prstGeom>
          <a:solidFill>
            <a:srgbClr val="FFFF00">
              <a:alpha val="4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000" dirty="0">
                <a:solidFill>
                  <a:schemeClr val="tx1"/>
                </a:solidFill>
              </a:rPr>
              <a:t>크리에이터 구독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2BA4859-BC72-3224-A44F-6936C3DAA7E0}"/>
              </a:ext>
            </a:extLst>
          </p:cNvPr>
          <p:cNvSpPr/>
          <p:nvPr/>
        </p:nvSpPr>
        <p:spPr>
          <a:xfrm>
            <a:off x="3011536" y="4020183"/>
            <a:ext cx="6327492" cy="784156"/>
          </a:xfrm>
          <a:prstGeom prst="rect">
            <a:avLst/>
          </a:prstGeom>
          <a:solidFill>
            <a:schemeClr val="tx2">
              <a:lumMod val="25000"/>
              <a:lumOff val="75000"/>
              <a:alpha val="5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F850FE7-1998-E406-2A9B-B47B0EAAB176}"/>
              </a:ext>
            </a:extLst>
          </p:cNvPr>
          <p:cNvSpPr/>
          <p:nvPr/>
        </p:nvSpPr>
        <p:spPr>
          <a:xfrm>
            <a:off x="5324172" y="4406170"/>
            <a:ext cx="1530713" cy="365880"/>
          </a:xfrm>
          <a:prstGeom prst="rect">
            <a:avLst/>
          </a:prstGeom>
          <a:solidFill>
            <a:schemeClr val="tx2">
              <a:lumMod val="25000"/>
              <a:lumOff val="75000"/>
              <a:alpha val="5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서비스 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시간 결제</a:t>
            </a:r>
          </a:p>
        </p:txBody>
      </p:sp>
    </p:spTree>
    <p:extLst>
      <p:ext uri="{BB962C8B-B14F-4D97-AF65-F5344CB8AC3E}">
        <p14:creationId xmlns:p14="http://schemas.microsoft.com/office/powerpoint/2010/main" val="3968961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98</Words>
  <Application>Microsoft Office PowerPoint</Application>
  <PresentationFormat>와이드스크린</PresentationFormat>
  <Paragraphs>32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HY견고딕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 균은</dc:creator>
  <cp:lastModifiedBy>장 균은</cp:lastModifiedBy>
  <cp:revision>1</cp:revision>
  <dcterms:created xsi:type="dcterms:W3CDTF">2025-01-09T07:00:55Z</dcterms:created>
  <dcterms:modified xsi:type="dcterms:W3CDTF">2025-01-21T10:58:45Z</dcterms:modified>
</cp:coreProperties>
</file>