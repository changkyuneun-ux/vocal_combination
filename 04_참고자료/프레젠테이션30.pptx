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f3wchoGCobxd7laQsLwCzJ/hw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avmonopoly.com/types-of-ra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3174643" y="843571"/>
            <a:ext cx="8197403" cy="2631214"/>
          </a:xfrm>
          <a:prstGeom prst="roundRect">
            <a:avLst>
              <a:gd fmla="val 16667" name="adj"/>
            </a:avLst>
          </a:prstGeom>
          <a:solidFill>
            <a:srgbClr val="D8F2C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06712" y="1393065"/>
            <a:ext cx="2092960" cy="90424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저작권자 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제작시스템</a:t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3417552" y="1393065"/>
            <a:ext cx="2092960" cy="90424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소스관리</a:t>
            </a:r>
            <a:endParaRPr/>
          </a:p>
        </p:txBody>
      </p:sp>
      <p:cxnSp>
        <p:nvCxnSpPr>
          <p:cNvPr id="87" name="Google Shape;87;p2"/>
          <p:cNvCxnSpPr>
            <a:stCxn id="85" idx="3"/>
            <a:endCxn id="86" idx="1"/>
          </p:cNvCxnSpPr>
          <p:nvPr/>
        </p:nvCxnSpPr>
        <p:spPr>
          <a:xfrm>
            <a:off x="2599672" y="1845185"/>
            <a:ext cx="817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8" name="Google Shape;88;p2"/>
          <p:cNvSpPr txBox="1"/>
          <p:nvPr/>
        </p:nvSpPr>
        <p:spPr>
          <a:xfrm>
            <a:off x="6328392" y="2459122"/>
            <a:ext cx="20929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보컬변경  가능 구간 정보관리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-마디, Beat, 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Song Form &amp; Song Structure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보컬 배치 및 점유 비율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조합 ID 생성 및 마스터링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328392" y="1393065"/>
            <a:ext cx="2092960" cy="90424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조합 및 Mastering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9102072" y="1393065"/>
            <a:ext cx="2092960" cy="90424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Distribution &amp;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</a:t>
            </a:r>
            <a:endParaRPr/>
          </a:p>
        </p:txBody>
      </p:sp>
      <p:cxnSp>
        <p:nvCxnSpPr>
          <p:cNvPr id="91" name="Google Shape;91;p2"/>
          <p:cNvCxnSpPr>
            <a:stCxn id="86" idx="3"/>
            <a:endCxn id="89" idx="1"/>
          </p:cNvCxnSpPr>
          <p:nvPr/>
        </p:nvCxnSpPr>
        <p:spPr>
          <a:xfrm>
            <a:off x="5510512" y="1845185"/>
            <a:ext cx="817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2" name="Google Shape;92;p2"/>
          <p:cNvCxnSpPr>
            <a:stCxn id="89" idx="3"/>
          </p:cNvCxnSpPr>
          <p:nvPr/>
        </p:nvCxnSpPr>
        <p:spPr>
          <a:xfrm>
            <a:off x="8421352" y="1845185"/>
            <a:ext cx="812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3" name="Google Shape;93;p2"/>
          <p:cNvSpPr txBox="1"/>
          <p:nvPr/>
        </p:nvSpPr>
        <p:spPr>
          <a:xfrm>
            <a:off x="3417552" y="2464818"/>
            <a:ext cx="20226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음악소스(MR)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보컬소스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 분류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 정보 관리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056567" y="2411900"/>
            <a:ext cx="209296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스트리밍 플랫폼 음원 공급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플레이리스트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저작권 관리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수익관리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603885" y="933652"/>
            <a:ext cx="31762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보컬 조합 컨텐츠 관리 서버 </a:t>
            </a:r>
            <a:endParaRPr/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030" y="4896520"/>
            <a:ext cx="3993524" cy="903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2"/>
          <p:cNvCxnSpPr>
            <a:stCxn id="85" idx="2"/>
            <a:endCxn id="96" idx="1"/>
          </p:cNvCxnSpPr>
          <p:nvPr/>
        </p:nvCxnSpPr>
        <p:spPr>
          <a:xfrm flipH="1" rot="-5400000">
            <a:off x="1386992" y="2463505"/>
            <a:ext cx="3051300" cy="27189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8" name="Google Shape;98;p2"/>
          <p:cNvCxnSpPr>
            <a:stCxn id="90" idx="3"/>
            <a:endCxn id="96" idx="3"/>
          </p:cNvCxnSpPr>
          <p:nvPr/>
        </p:nvCxnSpPr>
        <p:spPr>
          <a:xfrm flipH="1">
            <a:off x="8265532" y="1845185"/>
            <a:ext cx="2929500" cy="3503400"/>
          </a:xfrm>
          <a:prstGeom prst="bentConnector3">
            <a:avLst>
              <a:gd fmla="val -780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008" y="288945"/>
            <a:ext cx="8933709" cy="584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Song structure basics"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1103022" y="702388"/>
            <a:ext cx="9496290" cy="5453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Introduction (Intro)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모든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어딘가에서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시작해야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합니다. 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시작점을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도입부라고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합니다. 그것은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구조의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시작을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표시하며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모든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좋은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시작과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마찬가지로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듣는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사람의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관심을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있어야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합니다. 도입부에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대한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많은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접근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방식이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있지만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감정을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쌓아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올리고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감정의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절정을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만들어야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한다는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점을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명심하는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중요합니다. 마지막으로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하고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싶은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일은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그것을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염두에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두고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크레센도에서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시작하는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것입니다. 천천히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빌드하고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듣는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사람을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여행으로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데려가십시오.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Verse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음악은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듣는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감정을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불러일으킵니다. 이것이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바로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구절이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들어오는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곳입니다. 구절은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이야기를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들려주는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매개체입니다. 가사에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힘을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실어주는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가사와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멜로디가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좋을수록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듣는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사람이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기억할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가능성이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높아집니다. 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우리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모두가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어떤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형태로든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노래방에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참여하거나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따라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부르기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시작했을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것이라고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확신합니다. 우리가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노래들을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기억하는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이유는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구절이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너무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좋아서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추억이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되었기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때문입니다. 같은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가사를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반복해서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후렴구와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프리코러스와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달리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구절의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목적은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이야기를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전달하는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것입니다. 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구절을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영화나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내러티브의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관점에서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생각해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보세요.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끝날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때마다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전하는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이야기의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내러티브는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자체로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구축되어야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합니다. 1절은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곡의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아이디어를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제시하고, 2절은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긴장감을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고조시킨다. 마지막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절은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크레센도를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구축하고  듣는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사람에게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1"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전환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만듭니다  . 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번째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또는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번째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절의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의미를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변경하여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구조에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복잡성과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깊이를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만들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있습니다. </a:t>
            </a:r>
            <a:r>
              <a:rPr lang="ko-KR" sz="800" u="sng">
                <a:solidFill>
                  <a:srgbClr val="43A68C"/>
                </a:solidFill>
                <a:latin typeface="Avenir"/>
                <a:ea typeface="Avenir"/>
                <a:cs typeface="Avenir"/>
                <a:sym typeface="Aveni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힙합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에는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구절을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통한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스토리텔링의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훌륭한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예가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많이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있습니다. 슬릭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릭(Slick Rick), 스눕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독(Snoop Dogg), 에미넴(Eminem)에서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운문을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통한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스토리텔링의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좋은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예를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확인하세요.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Pre-Chorus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모든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프리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아니지만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프리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절과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사이를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전환하는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도움이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됩니다. 노래에서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프리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설정하려면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절의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진행을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사용하고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진행과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결합할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있습니다. 이를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프렙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코드(prep chord)라고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부르기도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합니다. 프리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설정할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기회를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제공합니다. 프리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구조의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패턴을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바꾸고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듣는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사람에게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매달릴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무언가를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제공하는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좋은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방법이므로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여기에서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실험하는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두려워하지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마십시오. 구절이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너무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짧고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절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사이에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채우기가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필요한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경우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있습니다.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Chorus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그리스어 khoros에서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유래</a:t>
            </a:r>
            <a:r>
              <a:rPr i="1"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했으며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종교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축제와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극장에서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합창단과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가수를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묘사합니다. 코러스는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연극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내내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관객의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마음을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사로잡고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연극에서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아이디어를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연결하는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방법으로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불렸습니다. 후렴구는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종종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아이디어를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요약합니다. 많은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녹음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아티스트는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가장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자주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기억되기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때문에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제목으로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사용합니다. 여러모로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후렴구는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긴장감을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풀어준다. 코러스는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인트로, 벌스, 프리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구성됩니다. 인간의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마음은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가지로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나뉘어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일어나는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일들을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기억합니다. 그래서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대부분의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동화에는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마리의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작은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돼지, 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마리의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눈먼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등이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등장합니다. 바로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이유로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종종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부분으로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나뉜다는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알게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것입니다.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 Refrain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후렴은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대신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사용됩니다. 코러스는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변경으로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표시되는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가사의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반복을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포함합니다. 후렴구는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가사를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반복하지만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진행은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변하지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않습니다. 후렴은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진행을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자제하여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에너지를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유지하는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자주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사용됩니다. Ramones와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같은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펑크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밴드가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후렴구를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들을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있습니다.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 Hook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훅은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힙합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유명해졌습니다. 후렴구와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후렴구처럼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훅은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곡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내내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반복된다. 훅과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후렴구의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차이점은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훅은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진행이나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곡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구조에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관계없이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다양한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곡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파트에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나타날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것입니다. 훅은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종종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코러스, 배경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보컬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및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가사로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사용됩니다.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Bridge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브리지는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느낌을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바꾸거나, 마지막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구축하거나, 솔로를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소개하는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일부입니다. 브리지는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일반적으로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번째와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번째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어딘가에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있습니다. 브릿지는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청취자가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마지막을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준비하도록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설정하고, 리드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솔로를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가져오고, 청취자에게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구절을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반영할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시간을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제공하고, 물론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가수가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자신의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보컬을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실제로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파고들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마지막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설정하는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등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다양한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목적을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제공합니다.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Solo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솔로는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재즈, 블루스, 록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뮤지션들에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의해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유명해졌습니다. 솔로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중에는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반주하는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악기의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볼륨이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낮아져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하나의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악기가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눈에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띕니다. 리듬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섹션은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리드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악기가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연주될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때까지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비트를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유지합니다. 대부분의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구조는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솔로를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사용하여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절과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연결합니다. 솔로는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종종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마지막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코러스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전이나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끝에서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발견됩니다.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Breakdown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고장은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제임스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브라운 (James Brown)과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다른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펑크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선구자들에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의해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유명해졌습니다. 기본적으로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1"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끊어지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면  각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악기가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연주를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멈추고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악기가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여러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마디에서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연주하게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됩니다. 그런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다음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악기는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돌아가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맥락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내에서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빌드업과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크레센도를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만듭니다. 솔로와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달리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브레이크다운은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크레센도를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강조하기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위해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멈추는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목표로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합니다.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 </a:t>
            </a:r>
            <a:r>
              <a:rPr b="1" lang="ko-KR" sz="800">
                <a:solidFill>
                  <a:srgbClr val="28303D"/>
                </a:solidFill>
                <a:latin typeface="Avenir"/>
                <a:ea typeface="Avenir"/>
                <a:cs typeface="Avenir"/>
                <a:sym typeface="Avenir"/>
              </a:rPr>
              <a:t>Outro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아웃트로는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끝을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표시합니다. 일반적으로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아웃트로는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인트로를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재작업하는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일종의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형태입니다. 아웃트로는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듣는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사람에게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끝나가고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있음을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나타냅니다. 일부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구조는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아웃트로를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사용하여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노래를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북엔드하는데, 이는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인트로와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아웃트로가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동일하다는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것을</a:t>
            </a:r>
            <a:r>
              <a:rPr lang="ko-KR"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의미합니다.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2025-01-09T07:00:55Z</dcterms:created>
  <dc:creator>장 균은</dc:creator>
</cp:coreProperties>
</file>